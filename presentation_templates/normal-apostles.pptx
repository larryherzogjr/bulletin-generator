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7"/>
  </p:notesMasterIdLst>
  <p:handoutMasterIdLst>
    <p:handoutMasterId r:id="rId58"/>
  </p:handoutMasterIdLst>
  <p:sldIdLst>
    <p:sldId id="364" r:id="rId2"/>
    <p:sldId id="801" r:id="rId3"/>
    <p:sldId id="1962" r:id="rId4"/>
    <p:sldId id="2225" r:id="rId5"/>
    <p:sldId id="1691" r:id="rId6"/>
    <p:sldId id="2226" r:id="rId7"/>
    <p:sldId id="2109" r:id="rId8"/>
    <p:sldId id="2110" r:id="rId9"/>
    <p:sldId id="2111" r:id="rId10"/>
    <p:sldId id="2112" r:id="rId11"/>
    <p:sldId id="2143" r:id="rId12"/>
    <p:sldId id="778" r:id="rId13"/>
    <p:sldId id="717" r:id="rId14"/>
    <p:sldId id="718" r:id="rId15"/>
    <p:sldId id="515" r:id="rId16"/>
    <p:sldId id="1556" r:id="rId17"/>
    <p:sldId id="1987" r:id="rId18"/>
    <p:sldId id="2124" r:id="rId19"/>
    <p:sldId id="1550" r:id="rId20"/>
    <p:sldId id="1396" r:id="rId21"/>
    <p:sldId id="1486" r:id="rId22"/>
    <p:sldId id="2227" r:id="rId23"/>
    <p:sldId id="2228" r:id="rId24"/>
    <p:sldId id="2229" r:id="rId25"/>
    <p:sldId id="1908" r:id="rId26"/>
    <p:sldId id="618" r:id="rId27"/>
    <p:sldId id="2146" r:id="rId28"/>
    <p:sldId id="2230" r:id="rId29"/>
    <p:sldId id="2231" r:id="rId30"/>
    <p:sldId id="2232" r:id="rId31"/>
    <p:sldId id="2162" r:id="rId32"/>
    <p:sldId id="514" r:id="rId33"/>
    <p:sldId id="2009" r:id="rId34"/>
    <p:sldId id="2125" r:id="rId35"/>
    <p:sldId id="1887" r:id="rId36"/>
    <p:sldId id="1718" r:id="rId37"/>
    <p:sldId id="520" r:id="rId38"/>
    <p:sldId id="1719" r:id="rId39"/>
    <p:sldId id="2044" r:id="rId40"/>
    <p:sldId id="1930" r:id="rId41"/>
    <p:sldId id="2107" r:id="rId42"/>
    <p:sldId id="2026" r:id="rId43"/>
    <p:sldId id="2027" r:id="rId44"/>
    <p:sldId id="2233" r:id="rId45"/>
    <p:sldId id="1567" r:id="rId46"/>
    <p:sldId id="1605" r:id="rId47"/>
    <p:sldId id="2140" r:id="rId48"/>
    <p:sldId id="2234" r:id="rId49"/>
    <p:sldId id="2235" r:id="rId50"/>
    <p:sldId id="2236" r:id="rId51"/>
    <p:sldId id="2237" r:id="rId52"/>
    <p:sldId id="2113" r:id="rId53"/>
    <p:sldId id="1559" r:id="rId54"/>
    <p:sldId id="980" r:id="rId55"/>
    <p:sldId id="951" r:id="rId56"/>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0011B-367F-4D17-95E5-331D06C8BF39}" v="6" dt="2026-08-06T22:15:33.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4486" autoAdjust="0"/>
  </p:normalViewPr>
  <p:slideViewPr>
    <p:cSldViewPr>
      <p:cViewPr varScale="1">
        <p:scale>
          <a:sx n="84" d="100"/>
          <a:sy n="84" d="100"/>
        </p:scale>
        <p:origin x="1002"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5813" y="3"/>
            <a:ext cx="4028441" cy="350519"/>
          </a:xfrm>
          <a:prstGeom prst="rect">
            <a:avLst/>
          </a:prstGeom>
        </p:spPr>
        <p:txBody>
          <a:bodyPr vert="horz" lIns="91440" tIns="45720" rIns="91440" bIns="45720" rtlCol="0"/>
          <a:lstStyle>
            <a:lvl1pPr algn="r">
              <a:defRPr sz="1200"/>
            </a:lvl1pPr>
          </a:lstStyle>
          <a:p>
            <a:fld id="{7B83DF6E-BBEB-4F75-AFED-51B5D382AFA8}" type="datetimeFigureOut">
              <a:rPr lang="en-US" smtClean="0"/>
              <a:pPr/>
              <a:t>8/18/2026</a:t>
            </a:fld>
            <a:endParaRPr lang="en-US" dirty="0"/>
          </a:p>
        </p:txBody>
      </p:sp>
      <p:sp>
        <p:nvSpPr>
          <p:cNvPr id="4" name="Footer Placeholder 3"/>
          <p:cNvSpPr>
            <a:spLocks noGrp="1"/>
          </p:cNvSpPr>
          <p:nvPr>
            <p:ph type="ftr" sz="quarter" idx="2"/>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5813" y="6658667"/>
            <a:ext cx="4028441" cy="350519"/>
          </a:xfrm>
          <a:prstGeom prst="rect">
            <a:avLst/>
          </a:prstGeom>
        </p:spPr>
        <p:txBody>
          <a:bodyPr vert="horz" lIns="91440" tIns="45720" rIns="91440" bIns="45720" rtlCol="0" anchor="b"/>
          <a:lstStyle>
            <a:lvl1pPr algn="r">
              <a:defRPr sz="1200"/>
            </a:lvl1pPr>
          </a:lstStyle>
          <a:p>
            <a:fld id="{4994C7DB-581E-4FCE-98C5-70CD6D6B979B}" type="slidenum">
              <a:rPr lang="en-US" smtClean="0"/>
              <a:pPr/>
              <a:t>‹#›</a:t>
            </a:fld>
            <a:endParaRPr lang="en-US" dirty="0"/>
          </a:p>
        </p:txBody>
      </p:sp>
    </p:spTree>
    <p:extLst>
      <p:ext uri="{BB962C8B-B14F-4D97-AF65-F5344CB8AC3E}">
        <p14:creationId xmlns:p14="http://schemas.microsoft.com/office/powerpoint/2010/main" val="73684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3"/>
            <a:ext cx="4028441" cy="35051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813" y="3"/>
            <a:ext cx="4028441" cy="350519"/>
          </a:xfrm>
          <a:prstGeom prst="rect">
            <a:avLst/>
          </a:prstGeom>
        </p:spPr>
        <p:txBody>
          <a:bodyPr vert="horz" lIns="91440" tIns="45720" rIns="91440" bIns="45720" rtlCol="0"/>
          <a:lstStyle>
            <a:lvl1pPr algn="r">
              <a:defRPr sz="1200"/>
            </a:lvl1pPr>
          </a:lstStyle>
          <a:p>
            <a:fld id="{26E90ACA-2E9D-49AD-8B60-A9DF521BE4EE}" type="datetimeFigureOut">
              <a:rPr lang="en-US" smtClean="0"/>
              <a:t>8/18/2026</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1" y="3329940"/>
            <a:ext cx="7437120" cy="315468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4" y="6658667"/>
            <a:ext cx="4028441" cy="350519"/>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13" y="6658667"/>
            <a:ext cx="4028441" cy="350519"/>
          </a:xfrm>
          <a:prstGeom prst="rect">
            <a:avLst/>
          </a:prstGeom>
        </p:spPr>
        <p:txBody>
          <a:bodyPr vert="horz" lIns="91440" tIns="45720" rIns="91440" bIns="45720" rtlCol="0" anchor="b"/>
          <a:lstStyle>
            <a:lvl1pPr algn="r">
              <a:defRPr sz="1200"/>
            </a:lvl1pPr>
          </a:lstStyle>
          <a:p>
            <a:fld id="{133E9756-5DAF-48F7-BF0E-BDBA45BCAF55}" type="slidenum">
              <a:rPr lang="en-US" smtClean="0"/>
              <a:t>‹#›</a:t>
            </a:fld>
            <a:endParaRPr lang="en-US" dirty="0"/>
          </a:p>
        </p:txBody>
      </p:sp>
    </p:spTree>
    <p:extLst>
      <p:ext uri="{BB962C8B-B14F-4D97-AF65-F5344CB8AC3E}">
        <p14:creationId xmlns:p14="http://schemas.microsoft.com/office/powerpoint/2010/main" val="249934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3E9756-5DAF-48F7-BF0E-BDBA45BCAF55}" type="slidenum">
              <a:rPr lang="en-US" smtClean="0"/>
              <a:t>1</a:t>
            </a:fld>
            <a:endParaRPr lang="en-US" dirty="0"/>
          </a:p>
        </p:txBody>
      </p:sp>
    </p:spTree>
    <p:extLst>
      <p:ext uri="{BB962C8B-B14F-4D97-AF65-F5344CB8AC3E}">
        <p14:creationId xmlns:p14="http://schemas.microsoft.com/office/powerpoint/2010/main" val="152141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4567535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19004119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3584381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49234921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59476003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69941805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16528525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94740794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80613125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20350651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412005203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851BBD-747B-478C-AC1E-65BE7683121B}" type="datetimeFigureOut">
              <a:rPr lang="en-US" smtClean="0"/>
              <a:pPr/>
              <a:t>8/18/2026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5CC41D-B9AF-4A3B-83DE-CCE2AF1C794F}" type="slidenum">
              <a:rPr lang="en-US" smtClean="0"/>
              <a:pPr/>
              <a:t>‹#›</a:t>
            </a:fld>
            <a:endParaRPr lang="en-US" dirty="0"/>
          </a:p>
        </p:txBody>
      </p:sp>
    </p:spTree>
    <p:extLst>
      <p:ext uri="{BB962C8B-B14F-4D97-AF65-F5344CB8AC3E}">
        <p14:creationId xmlns:p14="http://schemas.microsoft.com/office/powerpoint/2010/main" val="30016649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914400" y="685800"/>
            <a:ext cx="7239000" cy="4401205"/>
          </a:xfrm>
          <a:prstGeom prst="rect">
            <a:avLst/>
          </a:prstGeom>
        </p:spPr>
        <p:txBody>
          <a:bodyPr wrap="square">
            <a:spAutoFit/>
          </a:bodyPr>
          <a:lstStyle/>
          <a:p>
            <a:pPr algn="ctr"/>
            <a:endParaRPr lang="en-US" sz="4000" u="sng" dirty="0">
              <a:latin typeface="Franklin Gothic Medium" pitchFamily="34" charset="0"/>
            </a:endParaRPr>
          </a:p>
          <a:p>
            <a:pPr algn="ctr"/>
            <a:r>
              <a:rPr lang="en-US" sz="4000" u="sng" dirty="0">
                <a:latin typeface="Franklin Gothic Medium" pitchFamily="34" charset="0"/>
              </a:rPr>
              <a:t>Call to Worship</a:t>
            </a:r>
          </a:p>
          <a:p>
            <a:pPr algn="ctr"/>
            <a:endParaRPr lang="en-US" sz="4000" dirty="0">
              <a:latin typeface="Franklin Gothic Medium" pitchFamily="34" charset="0"/>
            </a:endParaRPr>
          </a:p>
          <a:p>
            <a:pPr algn="ctr"/>
            <a:r>
              <a:rPr lang="en-US" sz="4000" dirty="0">
                <a:latin typeface="Franklin Gothic Medium" pitchFamily="34" charset="0"/>
              </a:rPr>
              <a:t>Psalm 18:1-6</a:t>
            </a:r>
          </a:p>
          <a:p>
            <a:pPr algn="ctr"/>
            <a:endParaRPr lang="en-US" sz="4000" dirty="0">
              <a:solidFill>
                <a:schemeClr val="bg1"/>
              </a:solidFill>
              <a:latin typeface="Franklin Gothic Medium" pitchFamily="34" charset="0"/>
            </a:endParaRPr>
          </a:p>
          <a:p>
            <a:pPr algn="ctr"/>
            <a:endParaRPr lang="en-US" sz="4000" dirty="0">
              <a:solidFill>
                <a:schemeClr val="bg1"/>
              </a:solidFill>
              <a:latin typeface="Franklin Gothic Medium" pitchFamily="34" charset="0"/>
            </a:endParaRPr>
          </a:p>
          <a:p>
            <a:pPr algn="ctr"/>
            <a:endParaRPr lang="en-US" sz="4000" dirty="0"/>
          </a:p>
        </p:txBody>
      </p:sp>
    </p:spTree>
    <p:extLst>
      <p:ext uri="{BB962C8B-B14F-4D97-AF65-F5344CB8AC3E}">
        <p14:creationId xmlns:p14="http://schemas.microsoft.com/office/powerpoint/2010/main" val="35484861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I love you, O LORD, my strength. The LORD is my rock and my fortress and my deliverer, my God, my rock, in whom I take refuge, my shield, and the horn of my salvation, my stronghold. I call upon the LORD, who is worthy to be praised, and I am saved from my enemies. The cords of death encompassed me; the torrents of destruction assailed me;</a:t>
            </a:r>
            <a:r>
              <a:rPr lang="en-US" sz="4000" baseline="30000" dirty="0">
                <a:latin typeface="Franklin Gothic Medium" panose="020B0603020102020204" pitchFamily="34" charset="0"/>
              </a:rPr>
              <a:t> </a:t>
            </a: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6455185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8453B7-D0DD-6971-E481-C326037CBA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28EC8-6DEF-5435-273F-81EB7C7CF77D}"/>
              </a:ext>
            </a:extLst>
          </p:cNvPr>
          <p:cNvSpPr>
            <a:spLocks noGrp="1"/>
          </p:cNvSpPr>
          <p:nvPr>
            <p:ph idx="1"/>
          </p:nvPr>
        </p:nvSpPr>
        <p:spPr>
          <a:xfrm>
            <a:off x="533400" y="304800"/>
            <a:ext cx="8077200" cy="6248400"/>
          </a:xfrm>
        </p:spPr>
        <p:txBody>
          <a:bodyPr wrap="square">
            <a:noAutofit/>
          </a:bodyPr>
          <a:lstStyle/>
          <a:p>
            <a:pPr marL="0" indent="0">
              <a:buNone/>
            </a:pPr>
            <a:r>
              <a:rPr lang="en-US" sz="4000" dirty="0">
                <a:latin typeface="Franklin Gothic Medium" panose="020B0603020102020204" pitchFamily="34" charset="0"/>
              </a:rPr>
              <a:t>the cords of </a:t>
            </a:r>
            <a:r>
              <a:rPr lang="en-US" sz="4000" dirty="0" err="1">
                <a:latin typeface="Franklin Gothic Medium" panose="020B0603020102020204" pitchFamily="34" charset="0"/>
              </a:rPr>
              <a:t>Sheol</a:t>
            </a:r>
            <a:r>
              <a:rPr lang="en-US" sz="4000" dirty="0">
                <a:latin typeface="Franklin Gothic Medium" panose="020B0603020102020204" pitchFamily="34" charset="0"/>
              </a:rPr>
              <a:t> entangled me; the snares of death confronted me. In my distress I called upon the LORD; to my God I cried for help. From his temple he heard my voice, and my cry to him reached his ears.</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006363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8229600" cy="6172200"/>
          </a:xfrm>
        </p:spPr>
        <p:txBody>
          <a:bodyPr anchor="t" anchorCtr="0">
            <a:noAutofit/>
          </a:bodyPr>
          <a:lstStyle/>
          <a:p>
            <a:r>
              <a:rPr lang="en-US" sz="4000" b="0" i="0" u="none" strike="noStrike" baseline="0" dirty="0">
                <a:solidFill>
                  <a:srgbClr val="000000"/>
                </a:solidFill>
                <a:latin typeface="Times New Roman" panose="02020603050405020304" pitchFamily="18" charset="0"/>
              </a:rPr>
              <a:t> </a:t>
            </a:r>
            <a:br>
              <a:rPr lang="en-US" sz="1800" b="0" i="0" u="none" strike="noStrike" baseline="0" dirty="0">
                <a:solidFill>
                  <a:srgbClr val="000000"/>
                </a:solidFill>
                <a:latin typeface="Times New Roman" panose="02020603050405020304" pitchFamily="18" charset="0"/>
              </a:rPr>
            </a:br>
            <a:br>
              <a:rPr lang="en-US" sz="4400" b="0" i="0" u="none" strike="noStrike" baseline="0" dirty="0">
                <a:solidFill>
                  <a:srgbClr val="000000"/>
                </a:solidFill>
                <a:latin typeface="Times New Roman" panose="02020603050405020304" pitchFamily="18" charset="0"/>
              </a:rPr>
            </a:br>
            <a:endParaRPr lang="en-US" sz="4400" b="1" dirty="0">
              <a:solidFill>
                <a:schemeClr val="bg1"/>
              </a:solidFill>
              <a:latin typeface="Franklin Gothic Medium" pitchFamily="34" charset="0"/>
            </a:endParaRPr>
          </a:p>
        </p:txBody>
      </p:sp>
    </p:spTree>
    <p:extLst>
      <p:ext uri="{BB962C8B-B14F-4D97-AF65-F5344CB8AC3E}">
        <p14:creationId xmlns:p14="http://schemas.microsoft.com/office/powerpoint/2010/main" val="10737342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u="sng" dirty="0"/>
            </a:br>
            <a:r>
              <a:rPr lang="en-US" sz="4400" b="1" u="sng" dirty="0">
                <a:latin typeface="Franklin Gothic Medium" pitchFamily="34" charset="0"/>
              </a:rPr>
              <a:t>Hymn</a:t>
            </a:r>
            <a:br>
              <a:rPr lang="en-US" sz="4400" b="1" u="sng" dirty="0">
                <a:latin typeface="Franklin Gothic Medium" pitchFamily="34" charset="0"/>
              </a:rPr>
            </a:br>
            <a:br>
              <a:rPr lang="en-US" sz="4400" b="1" dirty="0">
                <a:latin typeface="Franklin Gothic Medium" pitchFamily="34" charset="0"/>
              </a:rPr>
            </a:br>
            <a:r>
              <a:rPr lang="en-US" sz="4400" b="1" dirty="0">
                <a:latin typeface="Franklin Gothic Medium" pitchFamily="34" charset="0"/>
              </a:rPr>
              <a:t>#143</a:t>
            </a:r>
            <a:br>
              <a:rPr lang="en-US" sz="4400" b="1" dirty="0">
                <a:latin typeface="Franklin Gothic Medium" pitchFamily="34" charset="0"/>
              </a:rPr>
            </a:br>
            <a:r>
              <a:rPr lang="en-US" sz="4400" b="1" dirty="0">
                <a:latin typeface="Franklin Gothic Medium" pitchFamily="34" charset="0"/>
              </a:rPr>
              <a:t>Christ Is Made The Sure Foundation</a:t>
            </a:r>
            <a:br>
              <a:rPr lang="en-US" sz="4000" b="1" u="sng"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dirty="0">
                <a:latin typeface="Franklin Gothic Medium" pitchFamily="34" charset="0"/>
              </a:rPr>
            </a:b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34327264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Christ is made the sure foundation, </a:t>
            </a:r>
            <a:br>
              <a:rPr lang="en-US" sz="4000" dirty="0">
                <a:latin typeface="Franklin Gothic Medium" panose="020B0603020102020204" pitchFamily="34" charset="0"/>
              </a:rPr>
            </a:br>
            <a:r>
              <a:rPr lang="en-US" sz="4000" dirty="0">
                <a:latin typeface="Franklin Gothic Medium" panose="020B0603020102020204" pitchFamily="34" charset="0"/>
              </a:rPr>
              <a:t>Christ the head and cornerstone, </a:t>
            </a:r>
            <a:br>
              <a:rPr lang="en-US" sz="4000" dirty="0">
                <a:latin typeface="Franklin Gothic Medium" panose="020B0603020102020204" pitchFamily="34" charset="0"/>
              </a:rPr>
            </a:br>
            <a:r>
              <a:rPr lang="en-US" sz="4000" dirty="0">
                <a:latin typeface="Franklin Gothic Medium" panose="020B0603020102020204" pitchFamily="34" charset="0"/>
              </a:rPr>
              <a:t>Chosen of the Lord, and precious, </a:t>
            </a:r>
            <a:br>
              <a:rPr lang="en-US" sz="4000" dirty="0">
                <a:latin typeface="Franklin Gothic Medium" panose="020B0603020102020204" pitchFamily="34" charset="0"/>
              </a:rPr>
            </a:br>
            <a:r>
              <a:rPr lang="en-US" sz="4000" dirty="0">
                <a:latin typeface="Franklin Gothic Medium" panose="020B0603020102020204" pitchFamily="34" charset="0"/>
              </a:rPr>
              <a:t>Binding all the Church in one; </a:t>
            </a:r>
            <a:br>
              <a:rPr lang="en-US" sz="4000" dirty="0">
                <a:latin typeface="Franklin Gothic Medium" panose="020B0603020102020204" pitchFamily="34" charset="0"/>
              </a:rPr>
            </a:br>
            <a:r>
              <a:rPr lang="en-US" sz="4000" dirty="0">
                <a:latin typeface="Franklin Gothic Medium" panose="020B0603020102020204" pitchFamily="34" charset="0"/>
              </a:rPr>
              <a:t>Holy Zion’s help forever, </a:t>
            </a:r>
            <a:br>
              <a:rPr lang="en-US" sz="4000" dirty="0">
                <a:latin typeface="Franklin Gothic Medium" panose="020B0603020102020204" pitchFamily="34" charset="0"/>
              </a:rPr>
            </a:br>
            <a:r>
              <a:rPr lang="en-US" sz="4000" dirty="0">
                <a:latin typeface="Franklin Gothic Medium" panose="020B0603020102020204" pitchFamily="34" charset="0"/>
              </a:rPr>
              <a:t>And her confidence alone.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1309748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194D-C677-0DFD-E3CE-E3334133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0B800-8882-7327-C2A4-4FB608DB381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All that dedicated city, </a:t>
            </a:r>
            <a:br>
              <a:rPr lang="en-US" sz="4000" dirty="0">
                <a:latin typeface="Franklin Gothic Medium" panose="020B0603020102020204" pitchFamily="34" charset="0"/>
              </a:rPr>
            </a:br>
            <a:r>
              <a:rPr lang="en-US" sz="4000" dirty="0">
                <a:latin typeface="Franklin Gothic Medium" panose="020B0603020102020204" pitchFamily="34" charset="0"/>
              </a:rPr>
              <a:t>Dearly loved of God on high, </a:t>
            </a:r>
            <a:br>
              <a:rPr lang="en-US" sz="4000" dirty="0">
                <a:latin typeface="Franklin Gothic Medium" panose="020B0603020102020204" pitchFamily="34" charset="0"/>
              </a:rPr>
            </a:br>
            <a:r>
              <a:rPr lang="en-US" sz="4000" dirty="0">
                <a:latin typeface="Franklin Gothic Medium" panose="020B0603020102020204" pitchFamily="34" charset="0"/>
              </a:rPr>
              <a:t>In exultant jubilation </a:t>
            </a:r>
            <a:br>
              <a:rPr lang="en-US" sz="4000" dirty="0">
                <a:latin typeface="Franklin Gothic Medium" panose="020B0603020102020204" pitchFamily="34" charset="0"/>
              </a:rPr>
            </a:br>
            <a:r>
              <a:rPr lang="en-US" sz="4000" dirty="0">
                <a:latin typeface="Franklin Gothic Medium" panose="020B0603020102020204" pitchFamily="34" charset="0"/>
              </a:rPr>
              <a:t>Pours perpetual melody; </a:t>
            </a:r>
            <a:br>
              <a:rPr lang="en-US" sz="4000" dirty="0">
                <a:latin typeface="Franklin Gothic Medium" panose="020B0603020102020204" pitchFamily="34" charset="0"/>
              </a:rPr>
            </a:br>
            <a:r>
              <a:rPr lang="en-US" sz="4000" dirty="0">
                <a:latin typeface="Franklin Gothic Medium" panose="020B0603020102020204" pitchFamily="34" charset="0"/>
              </a:rPr>
              <a:t>God the One in Three adoring </a:t>
            </a:r>
            <a:br>
              <a:rPr lang="en-US" sz="4000" dirty="0">
                <a:latin typeface="Franklin Gothic Medium" panose="020B0603020102020204" pitchFamily="34" charset="0"/>
              </a:rPr>
            </a:br>
            <a:r>
              <a:rPr lang="en-US" sz="4000" dirty="0">
                <a:latin typeface="Franklin Gothic Medium" panose="020B0603020102020204" pitchFamily="34" charset="0"/>
              </a:rPr>
              <a:t>In glad hymns eternally.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33842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55EF6-09CE-DB1B-4387-19C0AF419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B04AB-029F-DB11-3956-E2507779B1FE}"/>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To this temple, where we call Thee, </a:t>
            </a:r>
            <a:br>
              <a:rPr lang="en-US" sz="4000" dirty="0">
                <a:latin typeface="Franklin Gothic Medium" panose="020B0603020102020204" pitchFamily="34" charset="0"/>
              </a:rPr>
            </a:br>
            <a:r>
              <a:rPr lang="en-US" sz="4000" dirty="0">
                <a:latin typeface="Franklin Gothic Medium" panose="020B0603020102020204" pitchFamily="34" charset="0"/>
              </a:rPr>
              <a:t>Come, O Lord of hosts, today: </a:t>
            </a:r>
            <a:br>
              <a:rPr lang="en-US" sz="4000" dirty="0">
                <a:latin typeface="Franklin Gothic Medium" panose="020B0603020102020204" pitchFamily="34" charset="0"/>
              </a:rPr>
            </a:br>
            <a:r>
              <a:rPr lang="en-US" sz="4000" dirty="0">
                <a:latin typeface="Franklin Gothic Medium" panose="020B0603020102020204" pitchFamily="34" charset="0"/>
              </a:rPr>
              <a:t>With Thy wonted lovingkindness, </a:t>
            </a:r>
            <a:br>
              <a:rPr lang="en-US" sz="4000" dirty="0">
                <a:latin typeface="Franklin Gothic Medium" panose="020B0603020102020204" pitchFamily="34" charset="0"/>
              </a:rPr>
            </a:br>
            <a:r>
              <a:rPr lang="en-US" sz="4000" dirty="0">
                <a:latin typeface="Franklin Gothic Medium" panose="020B0603020102020204" pitchFamily="34" charset="0"/>
              </a:rPr>
              <a:t>Hear Thy people as they pray; </a:t>
            </a:r>
            <a:br>
              <a:rPr lang="en-US" sz="4000" dirty="0">
                <a:latin typeface="Franklin Gothic Medium" panose="020B0603020102020204" pitchFamily="34" charset="0"/>
              </a:rPr>
            </a:br>
            <a:r>
              <a:rPr lang="en-US" sz="4000" dirty="0">
                <a:latin typeface="Franklin Gothic Medium" panose="020B0603020102020204" pitchFamily="34" charset="0"/>
              </a:rPr>
              <a:t>And thy fullest benediction </a:t>
            </a:r>
            <a:br>
              <a:rPr lang="en-US" sz="4000" dirty="0">
                <a:latin typeface="Franklin Gothic Medium" panose="020B0603020102020204" pitchFamily="34" charset="0"/>
              </a:rPr>
            </a:br>
            <a:r>
              <a:rPr lang="en-US" sz="4000" dirty="0">
                <a:latin typeface="Franklin Gothic Medium" panose="020B0603020102020204" pitchFamily="34" charset="0"/>
              </a:rPr>
              <a:t>Shed within its walls </a:t>
            </a:r>
            <a:r>
              <a:rPr lang="en-US" sz="4000" dirty="0" err="1">
                <a:latin typeface="Franklin Gothic Medium" panose="020B0603020102020204" pitchFamily="34" charset="0"/>
              </a:rPr>
              <a:t>alway</a:t>
            </a:r>
            <a:r>
              <a:rPr lang="en-US" sz="4000" dirty="0">
                <a:latin typeface="Franklin Gothic Medium" panose="020B0603020102020204" pitchFamily="34" charset="0"/>
              </a:rPr>
              <a:t>. </a:t>
            </a:r>
            <a:br>
              <a:rPr lang="en-US" sz="4000" dirty="0">
                <a:latin typeface="Franklin Gothic Medium" panose="020B0603020102020204" pitchFamily="34" charset="0"/>
              </a:rPr>
            </a:b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4523705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78A5-E354-A7A6-6BA4-E3A2817DD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5C544-920B-7C42-09FD-527D8CFF37C5}"/>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Here vouchsafe to all Thy servants </a:t>
            </a:r>
            <a:br>
              <a:rPr lang="en-US" sz="4000" dirty="0">
                <a:latin typeface="Franklin Gothic Medium" panose="020B0603020102020204" pitchFamily="34" charset="0"/>
              </a:rPr>
            </a:br>
            <a:r>
              <a:rPr lang="en-US" sz="4000" dirty="0">
                <a:latin typeface="Franklin Gothic Medium" panose="020B0603020102020204" pitchFamily="34" charset="0"/>
              </a:rPr>
              <a:t>What they ask of Thee to gain, </a:t>
            </a:r>
            <a:br>
              <a:rPr lang="en-US" sz="4000" dirty="0">
                <a:latin typeface="Franklin Gothic Medium" panose="020B0603020102020204" pitchFamily="34" charset="0"/>
              </a:rPr>
            </a:br>
            <a:r>
              <a:rPr lang="en-US" sz="4000" dirty="0">
                <a:latin typeface="Franklin Gothic Medium" panose="020B0603020102020204" pitchFamily="34" charset="0"/>
              </a:rPr>
              <a:t>What they gain from Thee forever </a:t>
            </a:r>
            <a:br>
              <a:rPr lang="en-US" sz="4000" dirty="0">
                <a:latin typeface="Franklin Gothic Medium" panose="020B0603020102020204" pitchFamily="34" charset="0"/>
              </a:rPr>
            </a:br>
            <a:r>
              <a:rPr lang="en-US" sz="4000" dirty="0">
                <a:latin typeface="Franklin Gothic Medium" panose="020B0603020102020204" pitchFamily="34" charset="0"/>
              </a:rPr>
              <a:t>With the blessed to retain, </a:t>
            </a:r>
            <a:br>
              <a:rPr lang="en-US" sz="4000" dirty="0">
                <a:latin typeface="Franklin Gothic Medium" panose="020B0603020102020204" pitchFamily="34" charset="0"/>
              </a:rPr>
            </a:br>
            <a:r>
              <a:rPr lang="en-US" sz="4000" dirty="0">
                <a:latin typeface="Franklin Gothic Medium" panose="020B0603020102020204" pitchFamily="34" charset="0"/>
              </a:rPr>
              <a:t>And hereafter in Thy glory </a:t>
            </a:r>
            <a:br>
              <a:rPr lang="en-US" sz="4000" dirty="0">
                <a:latin typeface="Franklin Gothic Medium" panose="020B0603020102020204" pitchFamily="34" charset="0"/>
              </a:rPr>
            </a:br>
            <a:r>
              <a:rPr lang="en-US" sz="4000" dirty="0">
                <a:latin typeface="Franklin Gothic Medium" panose="020B0603020102020204" pitchFamily="34" charset="0"/>
              </a:rPr>
              <a:t>Evermore with Thee to reign. </a:t>
            </a:r>
            <a:br>
              <a:rPr lang="en-US" sz="4000" dirty="0">
                <a:latin typeface="Franklin Gothic Medium" panose="020B0603020102020204" pitchFamily="34" charset="0"/>
              </a:rPr>
            </a:br>
            <a:r>
              <a:rPr lang="en-US" sz="4000" dirty="0">
                <a:latin typeface="Franklin Gothic Medium" panose="020B0603020102020204" pitchFamily="34" charset="0"/>
              </a:rPr>
              <a:t> </a:t>
            </a: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052373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12774092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5105400"/>
          </a:xfrm>
        </p:spPr>
        <p:txBody>
          <a:bodyPr anchor="t" anchorCtr="0">
            <a:normAutofit/>
          </a:bodyPr>
          <a:lstStyle/>
          <a:p>
            <a:br>
              <a:rPr lang="en-US" sz="1000" u="sng" dirty="0">
                <a:solidFill>
                  <a:schemeClr val="tx1"/>
                </a:solidFill>
              </a:rPr>
            </a:br>
            <a:br>
              <a:rPr lang="en-US" sz="1000" u="sng" dirty="0">
                <a:solidFill>
                  <a:schemeClr val="tx1"/>
                </a:solidFill>
              </a:rPr>
            </a:br>
            <a:br>
              <a:rPr lang="en-US" sz="1000" u="sng" dirty="0"/>
            </a:br>
            <a:br>
              <a:rPr lang="en-US" sz="1000" u="sng" dirty="0"/>
            </a:br>
            <a:r>
              <a:rPr lang="en-US" b="1" u="sng" dirty="0">
                <a:latin typeface="Franklin Gothic Medium" pitchFamily="34" charset="0"/>
              </a:rPr>
              <a:t>The Confession of Sin</a:t>
            </a:r>
            <a:br>
              <a:rPr lang="en-US" b="1" u="sng" dirty="0">
                <a:latin typeface="Franklin Gothic Medium" pitchFamily="34" charset="0"/>
              </a:rPr>
            </a:br>
            <a:br>
              <a:rPr lang="en-US" sz="2700" b="1" u="sng" dirty="0">
                <a:latin typeface="Franklin Gothic Medium" pitchFamily="34" charset="0"/>
              </a:rPr>
            </a:br>
            <a:r>
              <a:rPr lang="en-US" sz="2700" dirty="0">
                <a:latin typeface="Franklin Gothic Medium" pitchFamily="34" charset="0"/>
              </a:rPr>
              <a:t>(</a:t>
            </a:r>
            <a:r>
              <a:rPr lang="en-US" sz="2700" i="1" dirty="0">
                <a:latin typeface="Franklin Gothic Medium" pitchFamily="34" charset="0"/>
              </a:rPr>
              <a:t>Ambassador</a:t>
            </a:r>
            <a:r>
              <a:rPr lang="en-US" sz="2700" dirty="0">
                <a:latin typeface="Franklin Gothic Medium" pitchFamily="34" charset="0"/>
              </a:rPr>
              <a:t> Hymnal, page 2)</a:t>
            </a:r>
            <a:br>
              <a:rPr lang="en-US" sz="2700" b="1" u="sng" dirty="0">
                <a:latin typeface="Franklin Gothic Medium" pitchFamily="34" charset="0"/>
              </a:rPr>
            </a:br>
            <a:br>
              <a:rPr lang="en-US" sz="2700" u="sng" dirty="0">
                <a:latin typeface="Franklin Gothic Medium" pitchFamily="34" charset="0"/>
              </a:rPr>
            </a:br>
            <a:r>
              <a:rPr lang="en-US" sz="3600" i="1" dirty="0">
                <a:latin typeface="Franklin Gothic Medium" pitchFamily="34" charset="0"/>
              </a:rPr>
              <a:t>When our Lord and Master Jesus Christ said “Repent!” He willed the entire life of believers to be one of repentance.</a:t>
            </a:r>
            <a:br>
              <a:rPr lang="en-US" sz="4000" i="1" dirty="0">
                <a:latin typeface="Franklin Gothic Medium" pitchFamily="34" charset="0"/>
              </a:rPr>
            </a:br>
            <a:endParaRPr lang="en-US" sz="2800" dirty="0">
              <a:latin typeface="Franklin Gothic Medium" pitchFamily="34" charset="0"/>
            </a:endParaRPr>
          </a:p>
        </p:txBody>
      </p:sp>
      <p:sp>
        <p:nvSpPr>
          <p:cNvPr id="3" name="TextBox 2"/>
          <p:cNvSpPr txBox="1"/>
          <p:nvPr/>
        </p:nvSpPr>
        <p:spPr>
          <a:xfrm>
            <a:off x="5181600" y="4722421"/>
            <a:ext cx="3352800" cy="1292662"/>
          </a:xfrm>
          <a:prstGeom prst="rect">
            <a:avLst/>
          </a:prstGeom>
          <a:noFill/>
        </p:spPr>
        <p:txBody>
          <a:bodyPr wrap="square" rtlCol="0">
            <a:spAutoFit/>
          </a:bodyPr>
          <a:lstStyle/>
          <a:p>
            <a:r>
              <a:rPr lang="en-US" sz="2800" i="1" cap="small" dirty="0">
                <a:latin typeface="Franklin Gothic Medium" pitchFamily="34" charset="0"/>
              </a:rPr>
              <a:t>Martin Luther</a:t>
            </a:r>
            <a:br>
              <a:rPr lang="en-US" sz="28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The 95 Theses</a:t>
            </a:r>
            <a:br>
              <a:rPr lang="en-US" sz="2500" i="1" cap="small" dirty="0">
                <a:solidFill>
                  <a:schemeClr val="bg1"/>
                </a:solidFill>
                <a:latin typeface="Franklin Gothic Medium" pitchFamily="34" charset="0"/>
              </a:rPr>
            </a:br>
            <a:r>
              <a:rPr lang="en-US" sz="2500" i="1" cap="small" dirty="0">
                <a:solidFill>
                  <a:schemeClr val="bg1"/>
                </a:solidFill>
                <a:latin typeface="Franklin Gothic Medium" pitchFamily="34" charset="0"/>
              </a:rPr>
              <a:t>   October 31, 1517</a:t>
            </a:r>
            <a:endParaRPr lang="en-US" sz="2500" cap="small" dirty="0"/>
          </a:p>
        </p:txBody>
      </p:sp>
    </p:spTree>
    <p:extLst>
      <p:ext uri="{BB962C8B-B14F-4D97-AF65-F5344CB8AC3E}">
        <p14:creationId xmlns:p14="http://schemas.microsoft.com/office/powerpoint/2010/main" val="25921492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Almighty God, our Maker and Redeemer, we poor sinners confess to You that we are by nature sinful and unclean, and that we have sinned against You in thought, word and deed. Therefore we flee for refuge to Your infinite mercy and ask You for Christ’s sake, grant us forgiveness of all our sins, …</a:t>
            </a:r>
            <a:endParaRPr lang="en-US" sz="3800" dirty="0"/>
          </a:p>
        </p:txBody>
      </p:sp>
    </p:spTree>
    <p:extLst>
      <p:ext uri="{BB962C8B-B14F-4D97-AF65-F5344CB8AC3E}">
        <p14:creationId xmlns:p14="http://schemas.microsoft.com/office/powerpoint/2010/main" val="39590574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Confession of Sin</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buNone/>
            </a:pPr>
            <a:r>
              <a:rPr lang="en-US" sz="3800" dirty="0">
                <a:latin typeface="Franklin Gothic Medium" pitchFamily="34" charset="0"/>
              </a:rPr>
              <a:t>… and by Your Holy Spirit increase in us true knowledge of You and of Your will and true obedience to Your Word, to the end that by Your grace we may come to eternal life, through Jesus Christ, our Lord. Amen.</a:t>
            </a:r>
            <a:endParaRPr lang="en-US" sz="3800" dirty="0"/>
          </a:p>
        </p:txBody>
      </p:sp>
    </p:spTree>
    <p:extLst>
      <p:ext uri="{BB962C8B-B14F-4D97-AF65-F5344CB8AC3E}">
        <p14:creationId xmlns:p14="http://schemas.microsoft.com/office/powerpoint/2010/main" val="4927950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4000" b="1" u="sng" dirty="0">
                <a:latin typeface="Franklin Gothic Medium" pitchFamily="34" charset="0"/>
              </a:rPr>
              <a:t>Kyrie</a:t>
            </a:r>
            <a:endParaRPr lang="en-US" sz="4000" dirty="0"/>
          </a:p>
        </p:txBody>
      </p:sp>
      <p:sp>
        <p:nvSpPr>
          <p:cNvPr id="3" name="Content Placeholder 2"/>
          <p:cNvSpPr>
            <a:spLocks noGrp="1"/>
          </p:cNvSpPr>
          <p:nvPr>
            <p:ph idx="1"/>
          </p:nvPr>
        </p:nvSpPr>
        <p:spPr>
          <a:xfrm>
            <a:off x="457200" y="1219200"/>
            <a:ext cx="8229600" cy="4906963"/>
          </a:xfrm>
        </p:spPr>
        <p:txBody>
          <a:bodyPr>
            <a:noAutofit/>
          </a:bodyPr>
          <a:lstStyle/>
          <a:p>
            <a:pPr marL="0" indent="0" algn="ctr">
              <a:buNone/>
            </a:pPr>
            <a:r>
              <a:rPr lang="en-US" sz="3800" i="1" dirty="0">
                <a:latin typeface="Franklin Gothic Medium" pitchFamily="34" charset="0"/>
              </a:rPr>
              <a:t>O God the Father in heaven,</a:t>
            </a:r>
            <a:br>
              <a:rPr lang="en-US" sz="3800" i="1" dirty="0">
                <a:latin typeface="Franklin Gothic Medium" pitchFamily="34" charset="0"/>
              </a:rPr>
            </a:br>
            <a:r>
              <a:rPr lang="en-US" sz="3800" i="1" dirty="0">
                <a:latin typeface="Franklin Gothic Medium" pitchFamily="34" charset="0"/>
              </a:rPr>
              <a:t>have mercy upon us!</a:t>
            </a:r>
            <a:br>
              <a:rPr lang="en-US" sz="40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Son, Redeemer of the world, have mercy upon us!</a:t>
            </a:r>
            <a:br>
              <a:rPr lang="en-US" sz="3800" i="1" dirty="0">
                <a:latin typeface="Franklin Gothic Medium" pitchFamily="34" charset="0"/>
              </a:rPr>
            </a:br>
            <a:br>
              <a:rPr lang="en-US" sz="2000" i="1" dirty="0">
                <a:latin typeface="Franklin Gothic Medium" pitchFamily="34" charset="0"/>
              </a:rPr>
            </a:br>
            <a:r>
              <a:rPr lang="en-US" sz="3800" i="1" dirty="0">
                <a:latin typeface="Franklin Gothic Medium" pitchFamily="34" charset="0"/>
              </a:rPr>
              <a:t>O God the Holy Ghost, true Comforter, have mercy upon us!</a:t>
            </a:r>
            <a:endParaRPr lang="en-US" sz="3800" dirty="0"/>
          </a:p>
        </p:txBody>
      </p:sp>
    </p:spTree>
    <p:extLst>
      <p:ext uri="{BB962C8B-B14F-4D97-AF65-F5344CB8AC3E}">
        <p14:creationId xmlns:p14="http://schemas.microsoft.com/office/powerpoint/2010/main" val="40985970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b="1" u="sng" dirty="0">
                <a:latin typeface="Franklin Gothic Medium" pitchFamily="34" charset="0"/>
              </a:rPr>
              <a:t>Prayer of Forgiveness</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167164768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3537-381C-2577-A108-512278A33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F7C-7B31-7F45-0759-E8ADAE86DBBF}"/>
              </a:ext>
            </a:extLst>
          </p:cNvPr>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000" b="1" u="sng" dirty="0">
                <a:solidFill>
                  <a:schemeClr val="tx1"/>
                </a:solidFill>
                <a:latin typeface="Franklin Gothic Medium" pitchFamily="34" charset="0"/>
              </a:rPr>
              <a:t>Memory Verse</a:t>
            </a:r>
            <a:br>
              <a:rPr lang="en-US" sz="4000" b="1" u="sng" dirty="0">
                <a:solidFill>
                  <a:schemeClr val="tx1"/>
                </a:solidFill>
                <a:latin typeface="Franklin Gothic Medium" pitchFamily="34" charset="0"/>
              </a:rPr>
            </a:br>
            <a:br>
              <a:rPr lang="en-US" sz="4000" b="1" u="sng" dirty="0">
                <a:solidFill>
                  <a:schemeClr val="tx1"/>
                </a:solidFill>
                <a:latin typeface="Franklin Gothic Medium" pitchFamily="34" charset="0"/>
              </a:rPr>
            </a:br>
            <a:r>
              <a:rPr lang="en-US" sz="4000" b="1" dirty="0">
                <a:solidFill>
                  <a:schemeClr val="tx1"/>
                </a:solidFill>
                <a:latin typeface="Franklin Gothic Medium" pitchFamily="34" charset="0"/>
              </a:rPr>
              <a:t>Ha</a:t>
            </a:r>
            <a:r>
              <a:rPr lang="en-US" sz="4000" b="1" dirty="0">
                <a:latin typeface="Franklin Gothic Medium" pitchFamily="34" charset="0"/>
              </a:rPr>
              <a:t>ggai 1:5</a:t>
            </a:r>
            <a:br>
              <a:rPr lang="en-US" b="1" dirty="0">
                <a:latin typeface="Franklin Gothic Medium" pitchFamily="34" charset="0"/>
              </a:rPr>
            </a:br>
            <a:endParaRPr lang="en-US" b="1" dirty="0">
              <a:latin typeface="Franklin Gothic Medium" pitchFamily="34" charset="0"/>
            </a:endParaRPr>
          </a:p>
        </p:txBody>
      </p:sp>
    </p:spTree>
    <p:extLst>
      <p:ext uri="{BB962C8B-B14F-4D97-AF65-F5344CB8AC3E}">
        <p14:creationId xmlns:p14="http://schemas.microsoft.com/office/powerpoint/2010/main" val="374831783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229600" cy="1752600"/>
          </a:xfrm>
        </p:spPr>
        <p:txBody>
          <a:bodyPr>
            <a:noAutofit/>
          </a:bodyPr>
          <a:lstStyle/>
          <a:p>
            <a:pPr algn="ctr"/>
            <a:r>
              <a:rPr lang="en-US" sz="3300" b="1" u="sng" dirty="0">
                <a:latin typeface="Franklin Gothic Medium" pitchFamily="34" charset="0"/>
              </a:rPr>
              <a:t>Memory Verse: </a:t>
            </a:r>
            <a:r>
              <a:rPr lang="en-US" b="1" u="sng" dirty="0">
                <a:latin typeface="Franklin Gothic Medium" pitchFamily="34" charset="0"/>
              </a:rPr>
              <a:t>Haggai 1:5</a:t>
            </a:r>
            <a:endParaRPr lang="en-US" sz="3300" b="1" u="sng" dirty="0">
              <a:latin typeface="Franklin Gothic Medium" pitchFamily="34" charset="0"/>
            </a:endParaRPr>
          </a:p>
        </p:txBody>
      </p:sp>
      <p:sp>
        <p:nvSpPr>
          <p:cNvPr id="3" name="Content Placeholder 2"/>
          <p:cNvSpPr>
            <a:spLocks noGrp="1"/>
          </p:cNvSpPr>
          <p:nvPr>
            <p:ph idx="1"/>
          </p:nvPr>
        </p:nvSpPr>
        <p:spPr>
          <a:xfrm>
            <a:off x="609600" y="1156996"/>
            <a:ext cx="8229600" cy="5320004"/>
          </a:xfrm>
        </p:spPr>
        <p:txBody>
          <a:bodyPr wrap="square">
            <a:noAutofit/>
          </a:bodyPr>
          <a:lstStyle/>
          <a:p>
            <a:pPr marL="0" indent="0" algn="ctr">
              <a:buNone/>
            </a:pPr>
            <a:endParaRPr lang="en-US" sz="4000" dirty="0">
              <a:latin typeface="Franklin Gothic Medium" panose="020B0603020102020204" pitchFamily="34" charset="0"/>
            </a:endParaRPr>
          </a:p>
          <a:p>
            <a:pPr marL="0" indent="0" algn="ctr">
              <a:buNone/>
            </a:pPr>
            <a:r>
              <a:rPr lang="en-US" sz="4000" dirty="0">
                <a:latin typeface="Franklin Gothic Medium" panose="020B0603020102020204" pitchFamily="34" charset="0"/>
              </a:rPr>
              <a:t>Now, therefore, thus says the Lord of hosts: Consider your ways. </a:t>
            </a:r>
          </a:p>
        </p:txBody>
      </p:sp>
    </p:spTree>
    <p:extLst>
      <p:ext uri="{BB962C8B-B14F-4D97-AF65-F5344CB8AC3E}">
        <p14:creationId xmlns:p14="http://schemas.microsoft.com/office/powerpoint/2010/main" val="8138922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7743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943600"/>
          </a:xfrm>
        </p:spPr>
        <p:txBody>
          <a:bodyPr wrap="square">
            <a:noAutofit/>
          </a:bodyPr>
          <a:lstStyle/>
          <a:p>
            <a:pPr marL="0" indent="0" algn="ctr">
              <a:buNone/>
            </a:pPr>
            <a:r>
              <a:rPr lang="en-US" sz="4000" b="1" u="sng" dirty="0">
                <a:latin typeface="Franklin Gothic Medium" pitchFamily="34" charset="0"/>
              </a:rPr>
              <a:t>Old Testament Lesson:</a:t>
            </a:r>
          </a:p>
          <a:p>
            <a:pPr marL="0" indent="0" algn="ctr">
              <a:buNone/>
            </a:pPr>
            <a:endParaRPr lang="en-US" sz="4000" b="1" dirty="0">
              <a:latin typeface="Franklin Gothic Medium" pitchFamily="34" charset="0"/>
            </a:endParaRPr>
          </a:p>
          <a:p>
            <a:pPr marL="0" indent="0" algn="ctr">
              <a:buNone/>
            </a:pPr>
            <a:r>
              <a:rPr lang="en-US" sz="4000" b="1" dirty="0">
                <a:latin typeface="Franklin Gothic Medium" pitchFamily="34" charset="0"/>
              </a:rPr>
              <a:t> Job 38:4-18</a:t>
            </a:r>
            <a:br>
              <a:rPr lang="en-US" sz="1800" dirty="0">
                <a:solidFill>
                  <a:schemeClr val="bg1"/>
                </a:solidFill>
              </a:rPr>
            </a:br>
            <a:endParaRPr lang="en-US" sz="375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268525680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"Where were you when I laid the foundation of the earth? Tell me, if you have understanding. Who determined its measurements- surely you know! Or who stretched the line upon it? On what were its bases sunk, or who laid its cornerstone, when the morning stars sang together and all the sons of God shouted for joy? </a:t>
            </a:r>
          </a:p>
        </p:txBody>
      </p:sp>
    </p:spTree>
    <p:extLst>
      <p:ext uri="{BB962C8B-B14F-4D97-AF65-F5344CB8AC3E}">
        <p14:creationId xmlns:p14="http://schemas.microsoft.com/office/powerpoint/2010/main" val="28247733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585E-6B54-6B49-CB3D-C101881BA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84BC-39C2-DDFA-5778-996EDBE0982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96013C63-698B-C7B1-3649-A77D8E734D14}"/>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who shut in the sea with doors when it burst out from the womb, when I made clouds its garment and thick darkness its swaddling band, and prescribed limits for it and set bars and doors, and said, 'Thus far shall you come, and no farther, and here shall your proud waves be stayed'? "Have you commanded the morning since your days began, </a:t>
            </a:r>
          </a:p>
        </p:txBody>
      </p:sp>
    </p:spTree>
    <p:extLst>
      <p:ext uri="{BB962C8B-B14F-4D97-AF65-F5344CB8AC3E}">
        <p14:creationId xmlns:p14="http://schemas.microsoft.com/office/powerpoint/2010/main" val="238047287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DF38-0EDC-9DFF-2E5C-44F5F750F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1D736-4038-2536-E6D2-E63A29E1C31A}"/>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4821F464-8E8A-D65B-0772-19937C0B6D92}"/>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and caused the dawn to know its place, that it might take hold of the skirts of the earth, and the wicked be shaken out of it? It is changed like clay under the seal, and its features stand out like a garment. From the wicked their light is withheld, and their uplifted arm is broken. "Have you entered into the springs of the sea, </a:t>
            </a:r>
          </a:p>
        </p:txBody>
      </p:sp>
    </p:spTree>
    <p:extLst>
      <p:ext uri="{BB962C8B-B14F-4D97-AF65-F5344CB8AC3E}">
        <p14:creationId xmlns:p14="http://schemas.microsoft.com/office/powerpoint/2010/main" val="311678793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6371-510E-8B8E-614A-463FBEBB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53702-57DC-5B38-77CB-79BAE55B9665}"/>
              </a:ext>
            </a:extLst>
          </p:cNvPr>
          <p:cNvSpPr>
            <a:spLocks noGrp="1"/>
          </p:cNvSpPr>
          <p:nvPr>
            <p:ph type="title"/>
          </p:nvPr>
        </p:nvSpPr>
        <p:spPr>
          <a:xfrm>
            <a:off x="457200" y="-279400"/>
            <a:ext cx="8229600" cy="1803400"/>
          </a:xfrm>
        </p:spPr>
        <p:txBody>
          <a:bodyPr>
            <a:noAutofit/>
          </a:bodyPr>
          <a:lstStyle/>
          <a:p>
            <a:pPr algn="ctr"/>
            <a:r>
              <a:rPr lang="en-US" sz="3200" b="1" u="sng" dirty="0">
                <a:latin typeface="Franklin Gothic Medium" pitchFamily="34" charset="0"/>
              </a:rPr>
              <a:t>Old Testament Lesson: Job 38:4-18 </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7F1B6C63-F0DF-F67E-85A0-92C7EB96A905}"/>
              </a:ext>
            </a:extLst>
          </p:cNvPr>
          <p:cNvSpPr>
            <a:spLocks noGrp="1"/>
          </p:cNvSpPr>
          <p:nvPr>
            <p:ph idx="1"/>
          </p:nvPr>
        </p:nvSpPr>
        <p:spPr>
          <a:xfrm>
            <a:off x="609600" y="914400"/>
            <a:ext cx="8229600" cy="5638800"/>
          </a:xfrm>
        </p:spPr>
        <p:txBody>
          <a:bodyPr wrap="square">
            <a:noAutofit/>
          </a:bodyPr>
          <a:lstStyle/>
          <a:p>
            <a:pPr marL="0" indent="0">
              <a:buNone/>
            </a:pPr>
            <a:r>
              <a:rPr lang="en-US" sz="4000" dirty="0">
                <a:latin typeface="Franklin Gothic Medium" panose="020B0603020102020204" pitchFamily="34" charset="0"/>
              </a:rPr>
              <a:t>or walked in the recesses of the deep? Have the gates of death been revealed to you, or have you seen the gates of deep darkness? Have you comprehended the expanse of the earth? Declare, if you know all this.</a:t>
            </a:r>
          </a:p>
          <a:p>
            <a:pPr marL="0" indent="0">
              <a:buNone/>
            </a:pPr>
            <a:r>
              <a:rPr lang="en-US" sz="4000" dirty="0">
                <a:latin typeface="Franklin Gothic Medium" panose="020B0603020102020204" pitchFamily="34" charset="0"/>
              </a:rPr>
              <a:t> </a:t>
            </a:r>
          </a:p>
        </p:txBody>
      </p:sp>
    </p:spTree>
    <p:extLst>
      <p:ext uri="{BB962C8B-B14F-4D97-AF65-F5344CB8AC3E}">
        <p14:creationId xmlns:p14="http://schemas.microsoft.com/office/powerpoint/2010/main" val="25547147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63735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685800"/>
            <a:ext cx="8153400" cy="5715000"/>
          </a:xfrm>
        </p:spPr>
        <p:txBody>
          <a:bodyPr anchor="t" anchorCtr="0">
            <a:normAutofit/>
          </a:bodyPr>
          <a:lstStyle/>
          <a:p>
            <a:br>
              <a:rPr lang="en-US" sz="1800" u="sng" dirty="0"/>
            </a:br>
            <a:br>
              <a:rPr lang="en-US" sz="1800" u="sng" dirty="0"/>
            </a:br>
            <a:r>
              <a:rPr lang="en-US" sz="4000" b="1" u="sng" dirty="0">
                <a:latin typeface="Franklin Gothic Medium" panose="020B0603020102020204" pitchFamily="34" charset="0"/>
              </a:rPr>
              <a:t>Gospel Lesson: </a:t>
            </a:r>
            <a:br>
              <a:rPr lang="en-US" sz="3600" b="1" dirty="0">
                <a:latin typeface="Franklin Gothic Medium" panose="020B0603020102020204" pitchFamily="34" charset="0"/>
              </a:rPr>
            </a:br>
            <a:br>
              <a:rPr lang="en-US" sz="4000" b="1" dirty="0">
                <a:latin typeface="Franklin Gothic Medium" panose="020B0603020102020204" pitchFamily="34" charset="0"/>
              </a:rPr>
            </a:br>
            <a:r>
              <a:rPr lang="en-US" sz="4000" b="1" dirty="0">
                <a:latin typeface="Franklin Gothic Medium" panose="020B0603020102020204" pitchFamily="34" charset="0"/>
              </a:rPr>
              <a:t>Matthew 14:22-33</a:t>
            </a:r>
            <a:br>
              <a:rPr lang="en-US" sz="3600" b="1" dirty="0">
                <a:solidFill>
                  <a:schemeClr val="bg1"/>
                </a:solidFill>
                <a:latin typeface="Franklin Gothic Medium" panose="020B0603020102020204" pitchFamily="34" charset="0"/>
              </a:rPr>
            </a:br>
            <a:endParaRPr lang="en-US" sz="3600"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648626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ABAEE-51B0-1049-961D-40ABDFFFA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03AE-2AB8-F19B-255F-4BC0909FE171}"/>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FFCCE48-9029-937A-3CC0-3AAF902EADF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Immediately he made the disciples get into the boat and go before him to the other side, while he dismissed the crowds. And after he had dismissed the crowds, he went up on the mountain by himself to pray. When evening came, he was there alone, but the boat by this time was a long way</a:t>
            </a:r>
            <a:r>
              <a:rPr lang="en-US" sz="4000" baseline="30000" dirty="0">
                <a:latin typeface="Franklin Gothic Medium" panose="020B0603020102020204" pitchFamily="34" charset="0"/>
              </a:rPr>
              <a:t> </a:t>
            </a:r>
            <a:r>
              <a:rPr lang="en-US" sz="4000" dirty="0">
                <a:latin typeface="Franklin Gothic Medium" panose="020B0603020102020204" pitchFamily="34" charset="0"/>
              </a:rPr>
              <a:t>from the land,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beaten by the waves, </a:t>
            </a:r>
          </a:p>
        </p:txBody>
      </p:sp>
    </p:spTree>
    <p:extLst>
      <p:ext uri="{BB962C8B-B14F-4D97-AF65-F5344CB8AC3E}">
        <p14:creationId xmlns:p14="http://schemas.microsoft.com/office/powerpoint/2010/main" val="16470846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BFF1-BF93-BEE3-74B9-65FE94888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05AAB-F284-854C-DEF6-C8DD86A65B7A}"/>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09B8C7D0-026B-582D-0981-38E2BF32215B}"/>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for the wind was against them. And in the fourth watch of the night he came to them, walking on the sea. But when the disciples saw him walking on the sea, they were terrified, and said, "It is a ghost!" and they cried out in fear. But immediately Jesus spoke to them, saying, "Take heart; it is I. Do not be afraid." And Peter answered him, </a:t>
            </a:r>
          </a:p>
        </p:txBody>
      </p:sp>
    </p:spTree>
    <p:extLst>
      <p:ext uri="{BB962C8B-B14F-4D97-AF65-F5344CB8AC3E}">
        <p14:creationId xmlns:p14="http://schemas.microsoft.com/office/powerpoint/2010/main" val="11659150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D565-6217-65F0-20CA-ABF83E1F2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4267-B406-3643-38CC-FAEE181E9BBB}"/>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B4C25962-5A83-389B-80F4-D2BD2EC0033F}"/>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"Lord, if it is you, command me to come to you on the water." He said, "Come." So Peter got out of the boat and walked on the water and came to Jesus. But when he saw the wind,</a:t>
            </a:r>
            <a:r>
              <a:rPr lang="en-US" sz="4000" baseline="30000" dirty="0">
                <a:latin typeface="Franklin Gothic Medium" panose="020B0603020102020204" pitchFamily="34" charset="0"/>
              </a:rPr>
              <a:t> </a:t>
            </a:r>
            <a:r>
              <a:rPr lang="en-US" sz="4000" dirty="0">
                <a:latin typeface="Franklin Gothic Medium" panose="020B0603020102020204" pitchFamily="34" charset="0"/>
              </a:rPr>
              <a:t>he was afraid, and beginning to sink he cried out, "Lord, save me." Jesus immediately reached out his hand and took hold of him, saying to him, "O you of little faith, </a:t>
            </a:r>
          </a:p>
        </p:txBody>
      </p:sp>
    </p:spTree>
    <p:extLst>
      <p:ext uri="{BB962C8B-B14F-4D97-AF65-F5344CB8AC3E}">
        <p14:creationId xmlns:p14="http://schemas.microsoft.com/office/powerpoint/2010/main" val="21112343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4C7F-512B-9FF5-802F-65A197D7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5E1E6-936E-2B85-62AF-D0294043802D}"/>
              </a:ext>
            </a:extLst>
          </p:cNvPr>
          <p:cNvSpPr>
            <a:spLocks noGrp="1"/>
          </p:cNvSpPr>
          <p:nvPr>
            <p:ph type="title"/>
          </p:nvPr>
        </p:nvSpPr>
        <p:spPr>
          <a:xfrm>
            <a:off x="228600" y="-381000"/>
            <a:ext cx="8229600" cy="1752600"/>
          </a:xfrm>
        </p:spPr>
        <p:txBody>
          <a:bodyPr>
            <a:noAutofit/>
          </a:bodyPr>
          <a:lstStyle/>
          <a:p>
            <a:pPr algn="ctr"/>
            <a:r>
              <a:rPr lang="en-US" b="1" u="sng" dirty="0">
                <a:latin typeface="Franklin Gothic Medium" pitchFamily="34" charset="0"/>
              </a:rPr>
              <a:t>Gospel </a:t>
            </a:r>
            <a:r>
              <a:rPr lang="en-US" sz="3300" b="1" u="sng" dirty="0">
                <a:latin typeface="Franklin Gothic Medium" pitchFamily="34" charset="0"/>
              </a:rPr>
              <a:t>Lesson: </a:t>
            </a:r>
            <a:r>
              <a:rPr lang="en-US" b="1" u="sng" dirty="0">
                <a:latin typeface="Franklin Gothic Medium" pitchFamily="34" charset="0"/>
              </a:rPr>
              <a:t>Matthew 14:22-33</a:t>
            </a:r>
            <a:endParaRPr lang="en-US" sz="3300" b="1" u="sng" dirty="0">
              <a:latin typeface="Franklin Gothic Medium" pitchFamily="34" charset="0"/>
            </a:endParaRPr>
          </a:p>
        </p:txBody>
      </p:sp>
      <p:sp>
        <p:nvSpPr>
          <p:cNvPr id="3" name="Content Placeholder 2">
            <a:extLst>
              <a:ext uri="{FF2B5EF4-FFF2-40B4-BE49-F238E27FC236}">
                <a16:creationId xmlns:a16="http://schemas.microsoft.com/office/drawing/2014/main" id="{529763C3-0303-0F71-D522-4BDB0FA91728}"/>
              </a:ext>
            </a:extLst>
          </p:cNvPr>
          <p:cNvSpPr>
            <a:spLocks noGrp="1"/>
          </p:cNvSpPr>
          <p:nvPr>
            <p:ph idx="1"/>
          </p:nvPr>
        </p:nvSpPr>
        <p:spPr>
          <a:xfrm>
            <a:off x="609600" y="914400"/>
            <a:ext cx="8229600" cy="5562600"/>
          </a:xfrm>
        </p:spPr>
        <p:txBody>
          <a:bodyPr wrap="square">
            <a:noAutofit/>
          </a:bodyPr>
          <a:lstStyle/>
          <a:p>
            <a:pPr marL="0" indent="0">
              <a:buNone/>
            </a:pPr>
            <a:r>
              <a:rPr lang="en-US" sz="4000" dirty="0">
                <a:latin typeface="Franklin Gothic Medium" panose="020B0603020102020204" pitchFamily="34" charset="0"/>
              </a:rPr>
              <a:t>why did you doubt?" And when they got into the boat, the wind ceased. And those in the boat worshiped him, saying, "Truly you are the Son of God."</a:t>
            </a:r>
          </a:p>
          <a:p>
            <a:pPr marL="0" indent="0">
              <a:buNone/>
            </a:pPr>
            <a:endParaRPr lang="en-US" sz="4000" dirty="0">
              <a:latin typeface="Franklin Gothic Medium" panose="020B0603020102020204" pitchFamily="34" charset="0"/>
            </a:endParaRPr>
          </a:p>
        </p:txBody>
      </p:sp>
    </p:spTree>
    <p:extLst>
      <p:ext uri="{BB962C8B-B14F-4D97-AF65-F5344CB8AC3E}">
        <p14:creationId xmlns:p14="http://schemas.microsoft.com/office/powerpoint/2010/main" val="294897831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6CA9DC-70F8-4D13-EB7C-C650AE4FD3C6}"/>
            </a:ext>
          </a:extLst>
        </p:cNvPr>
        <p:cNvGrpSpPr/>
        <p:nvPr/>
      </p:nvGrpSpPr>
      <p:grpSpPr>
        <a:xfrm>
          <a:off x="0" y="0"/>
          <a:ext cx="0" cy="0"/>
          <a:chOff x="0" y="0"/>
          <a:chExt cx="0" cy="0"/>
        </a:xfrm>
      </p:grpSpPr>
    </p:spTree>
    <p:extLst>
      <p:ext uri="{BB962C8B-B14F-4D97-AF65-F5344CB8AC3E}">
        <p14:creationId xmlns:p14="http://schemas.microsoft.com/office/powerpoint/2010/main" val="174154642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solidFill>
                  <a:schemeClr val="tx1"/>
                </a:solidFill>
              </a:rPr>
            </a:br>
            <a:br>
              <a:rPr lang="en-US" sz="3200" u="sng" dirty="0"/>
            </a:br>
            <a:r>
              <a:rPr lang="en-US" b="1" i="1" dirty="0">
                <a:latin typeface="Franklin Gothic Medium" pitchFamily="34" charset="0"/>
              </a:rPr>
              <a:t>God be praised for </a:t>
            </a:r>
            <a:br>
              <a:rPr lang="en-US" b="1" i="1" dirty="0">
                <a:latin typeface="Franklin Gothic Medium" pitchFamily="34" charset="0"/>
              </a:rPr>
            </a:br>
            <a:r>
              <a:rPr lang="en-US" b="1" i="1" dirty="0">
                <a:latin typeface="Franklin Gothic Medium" pitchFamily="34" charset="0"/>
              </a:rPr>
              <a:t>His glad tidings!</a:t>
            </a:r>
            <a:br>
              <a:rPr lang="en-US" b="1" i="1" dirty="0">
                <a:latin typeface="Franklin Gothic Medium" pitchFamily="34" charset="0"/>
              </a:rPr>
            </a:br>
            <a:br>
              <a:rPr lang="en-US" b="1" i="1" dirty="0">
                <a:solidFill>
                  <a:schemeClr val="bg1"/>
                </a:solidFill>
                <a:latin typeface="Franklin Gothic Medium" pitchFamily="34" charset="0"/>
              </a:rPr>
            </a:br>
            <a:endParaRPr lang="en-US" b="1" i="1" dirty="0">
              <a:solidFill>
                <a:schemeClr val="bg1"/>
              </a:solidFill>
              <a:latin typeface="Franklin Gothic Medium" pitchFamily="34" charset="0"/>
            </a:endParaRPr>
          </a:p>
        </p:txBody>
      </p:sp>
    </p:spTree>
    <p:extLst>
      <p:ext uri="{BB962C8B-B14F-4D97-AF65-F5344CB8AC3E}">
        <p14:creationId xmlns:p14="http://schemas.microsoft.com/office/powerpoint/2010/main" val="317563371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Tree>
    <p:extLst>
      <p:ext uri="{BB962C8B-B14F-4D97-AF65-F5344CB8AC3E}">
        <p14:creationId xmlns:p14="http://schemas.microsoft.com/office/powerpoint/2010/main" val="92882293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 I believe in God the Father Almighty, Maker of heaven and earth.</a:t>
            </a:r>
            <a:br>
              <a:rPr lang="en-US" sz="3600">
                <a:latin typeface="Franklin Gothic Medium" pitchFamily="34" charset="0"/>
              </a:rPr>
            </a:br>
            <a:r>
              <a:rPr lang="en-US" sz="3600">
                <a:latin typeface="Franklin Gothic Medium" pitchFamily="34" charset="0"/>
              </a:rPr>
              <a:t>  And in Jesus Christ, His only Son, our Lord; Who was conceived by the Holy Spirit; Born of the virgin Mary; Suffered under Pontius Pilate; Was crucified, dead and buried; He descended into hell; The third day He rose again from the dead; He ascended into heaven;</a:t>
            </a: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317107437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199"/>
            <a:ext cx="8229600" cy="1255889"/>
          </a:xfrm>
        </p:spPr>
        <p:txBody>
          <a:bodyPr>
            <a:noAutofit/>
          </a:bodyPr>
          <a:lstStyle/>
          <a:p>
            <a:pPr algn="l"/>
            <a:r>
              <a:rPr lang="en-US" sz="4000" b="1" u="sng">
                <a:latin typeface="Franklin Gothic Medium" pitchFamily="34" charset="0"/>
              </a:rPr>
              <a:t>Confession of Faith: Apostles’ Creed</a:t>
            </a:r>
            <a:r>
              <a:rPr lang="en-US" sz="4000" b="1">
                <a:latin typeface="Franklin Gothic Medium" pitchFamily="34" charset="0"/>
              </a:rPr>
              <a:t> </a:t>
            </a:r>
            <a:endParaRPr lang="en-US" sz="4000"/>
          </a:p>
        </p:txBody>
      </p:sp>
      <p:sp>
        <p:nvSpPr>
          <p:cNvPr id="3" name="Content Placeholder 2"/>
          <p:cNvSpPr>
            <a:spLocks noGrp="1"/>
          </p:cNvSpPr>
          <p:nvPr>
            <p:ph idx="1"/>
          </p:nvPr>
        </p:nvSpPr>
        <p:spPr>
          <a:xfrm>
            <a:off x="457200" y="1143000"/>
            <a:ext cx="8229600" cy="5105400"/>
          </a:xfrm>
        </p:spPr>
        <p:txBody>
          <a:bodyPr>
            <a:noAutofit/>
          </a:bodyPr>
          <a:lstStyle/>
          <a:p>
            <a:pPr marL="0" indent="0">
              <a:buNone/>
            </a:pPr>
            <a:r>
              <a:rPr lang="en-US" sz="3600">
                <a:latin typeface="Franklin Gothic Medium" pitchFamily="34" charset="0"/>
              </a:rPr>
              <a:t>And is seated on the right hand of God the Father Almighty; From where He shall come to judge the living and the dead.</a:t>
            </a:r>
            <a:br>
              <a:rPr lang="en-US" sz="3600">
                <a:latin typeface="Franklin Gothic Medium" pitchFamily="34" charset="0"/>
              </a:rPr>
            </a:br>
            <a:r>
              <a:rPr lang="en-US" sz="3600">
                <a:latin typeface="Franklin Gothic Medium" pitchFamily="34" charset="0"/>
              </a:rPr>
              <a:t>  I believe in the Holy Spirit; The holy Christian Church, The Communion of Saints; the Forgiveness of sins; The Resurrection of the body, And the Life Everlasting. Amen.</a:t>
            </a:r>
            <a:endParaRPr lang="en-US" sz="3700">
              <a:latin typeface="Franklin Gothic Medium" pitchFamily="34" charset="0"/>
            </a:endParaRPr>
          </a:p>
          <a:p>
            <a:pPr marL="0" indent="0">
              <a:buNone/>
            </a:pPr>
            <a:endParaRPr lang="en-US" sz="3600">
              <a:latin typeface="Franklin Gothic Medium" pitchFamily="34" charset="0"/>
            </a:endParaRPr>
          </a:p>
        </p:txBody>
      </p:sp>
    </p:spTree>
    <p:extLst>
      <p:ext uri="{BB962C8B-B14F-4D97-AF65-F5344CB8AC3E}">
        <p14:creationId xmlns:p14="http://schemas.microsoft.com/office/powerpoint/2010/main" val="265123627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300071426"/>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2400" u="sng" dirty="0">
                <a:solidFill>
                  <a:schemeClr val="tx1"/>
                </a:solidFill>
              </a:rPr>
            </a:br>
            <a:br>
              <a:rPr lang="en-US" sz="3200" u="sng" dirty="0">
                <a:solidFill>
                  <a:schemeClr val="tx1"/>
                </a:solidFill>
              </a:rPr>
            </a:br>
            <a:r>
              <a:rPr lang="en-US" sz="4000" i="1" dirty="0">
                <a:latin typeface="Franklin Gothic Medium" pitchFamily="34" charset="0"/>
              </a:rPr>
              <a:t>Glory be to the Father,</a:t>
            </a:r>
            <a:br>
              <a:rPr lang="en-US" sz="4000" i="1" dirty="0">
                <a:latin typeface="Franklin Gothic Medium" pitchFamily="34" charset="0"/>
              </a:rPr>
            </a:br>
            <a:r>
              <a:rPr lang="en-US" sz="4000" i="1" dirty="0">
                <a:latin typeface="Franklin Gothic Medium" pitchFamily="34" charset="0"/>
              </a:rPr>
              <a:t>And to the Son,</a:t>
            </a:r>
            <a:br>
              <a:rPr lang="en-US" sz="4000" i="1" dirty="0">
                <a:latin typeface="Franklin Gothic Medium" pitchFamily="34" charset="0"/>
              </a:rPr>
            </a:br>
            <a:r>
              <a:rPr lang="en-US" sz="4000" i="1" dirty="0">
                <a:latin typeface="Franklin Gothic Medium" pitchFamily="34" charset="0"/>
              </a:rPr>
              <a:t>And to the Holy Ghost!</a:t>
            </a:r>
            <a:br>
              <a:rPr lang="en-US" sz="4000" i="1" dirty="0">
                <a:latin typeface="Franklin Gothic Medium" pitchFamily="34" charset="0"/>
              </a:rPr>
            </a:br>
            <a:r>
              <a:rPr lang="en-US" sz="4000" i="1" dirty="0">
                <a:latin typeface="Franklin Gothic Medium" pitchFamily="34" charset="0"/>
              </a:rPr>
              <a:t>As it was in the beginning is now</a:t>
            </a:r>
            <a:br>
              <a:rPr lang="en-US" sz="4000" i="1" dirty="0">
                <a:latin typeface="Franklin Gothic Medium" pitchFamily="34" charset="0"/>
              </a:rPr>
            </a:br>
            <a:r>
              <a:rPr lang="en-US" sz="4000" i="1" dirty="0">
                <a:latin typeface="Franklin Gothic Medium" pitchFamily="34" charset="0"/>
              </a:rPr>
              <a:t>and ever shall be,</a:t>
            </a:r>
            <a:br>
              <a:rPr lang="en-US" sz="4000" i="1" dirty="0">
                <a:latin typeface="Franklin Gothic Medium" pitchFamily="34" charset="0"/>
              </a:rPr>
            </a:br>
            <a:r>
              <a:rPr lang="en-US" sz="4000" i="1" dirty="0">
                <a:latin typeface="Franklin Gothic Medium" pitchFamily="34" charset="0"/>
              </a:rPr>
              <a:t>world without end.</a:t>
            </a:r>
            <a:br>
              <a:rPr lang="en-US" sz="4000" i="1" dirty="0">
                <a:latin typeface="Franklin Gothic Medium" pitchFamily="34" charset="0"/>
              </a:rPr>
            </a:br>
            <a:r>
              <a:rPr lang="en-US" sz="4000" i="1" dirty="0">
                <a:latin typeface="Franklin Gothic Medium" pitchFamily="34" charset="0"/>
              </a:rPr>
              <a:t>Amen. Amen. </a:t>
            </a:r>
          </a:p>
        </p:txBody>
      </p:sp>
    </p:spTree>
    <p:extLst>
      <p:ext uri="{BB962C8B-B14F-4D97-AF65-F5344CB8AC3E}">
        <p14:creationId xmlns:p14="http://schemas.microsoft.com/office/powerpoint/2010/main" val="221583494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br>
              <a:rPr lang="en-US" sz="3200" u="sng" dirty="0">
                <a:solidFill>
                  <a:schemeClr val="tx1"/>
                </a:solidFill>
              </a:rPr>
            </a:br>
            <a:br>
              <a:rPr lang="en-US" sz="3200" u="sng" dirty="0"/>
            </a:br>
            <a:br>
              <a:rPr lang="en-US" sz="3200" u="sng" dirty="0"/>
            </a:br>
            <a:r>
              <a:rPr lang="en-US" sz="3600" u="sng" dirty="0">
                <a:latin typeface="Franklin Gothic Medium" panose="020B0603020102020204" pitchFamily="34" charset="0"/>
              </a:rPr>
              <a:t>Special Music and Offering</a:t>
            </a:r>
            <a:br>
              <a:rPr lang="en-US" sz="4000" b="1" u="sng" dirty="0">
                <a:solidFill>
                  <a:schemeClr val="bg1"/>
                </a:solidFill>
                <a:latin typeface="Franklin Gothic Medium" pitchFamily="34" charset="0"/>
              </a:rPr>
            </a:br>
            <a:br>
              <a:rPr lang="en-US" sz="4000" b="1" u="sng"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62354413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232117842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solidFill>
                  <a:schemeClr val="tx1"/>
                </a:solidFill>
              </a:rPr>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Speak, O Lord</a:t>
            </a:r>
            <a:br>
              <a:rPr lang="en-US" sz="4000" b="1" dirty="0">
                <a:solidFill>
                  <a:schemeClr val="bg1"/>
                </a:solidFill>
                <a:latin typeface="Franklin Gothic Medium" pitchFamily="34" charset="0"/>
              </a:rPr>
            </a:br>
            <a:r>
              <a:rPr lang="en-US" sz="4000" b="1" dirty="0">
                <a:solidFill>
                  <a:schemeClr val="bg1"/>
                </a:solidFill>
                <a:latin typeface="Franklin Gothic Medium" pitchFamily="34" charset="0"/>
              </a:rPr>
              <a:t>BB</a:t>
            </a:r>
          </a:p>
        </p:txBody>
      </p:sp>
    </p:spTree>
    <p:extLst>
      <p:ext uri="{BB962C8B-B14F-4D97-AF65-F5344CB8AC3E}">
        <p14:creationId xmlns:p14="http://schemas.microsoft.com/office/powerpoint/2010/main" val="38872942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as we come to You to receive the food of Your holy word.</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Take Your truth, plant it deep in us; Shape and fashion us in Your likeness,</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That the light of Christ might be seen today in our acts of love and our deeds of faith.</a:t>
            </a:r>
            <a:r>
              <a:rPr lang="en-US" sz="4000" dirty="0">
                <a:latin typeface="Franklin Gothic Medium" panose="020B0603020102020204" pitchFamily="34" charset="0"/>
              </a:rPr>
              <a:t> </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Speak, O Lord, and fulfill in us all Your purposes, for Your glory.</a:t>
            </a:r>
            <a:br>
              <a:rPr lang="en-US" sz="4000" dirty="0">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44541385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9CA0-029E-7361-54F9-39146D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7124D-BC34-E564-10B3-CADA527744D0}"/>
              </a:ext>
            </a:extLst>
          </p:cNvPr>
          <p:cNvSpPr>
            <a:spLocks noGrp="1"/>
          </p:cNvSpPr>
          <p:nvPr>
            <p:ph type="ctrTitle"/>
          </p:nvPr>
        </p:nvSpPr>
        <p:spPr>
          <a:xfrm>
            <a:off x="457200" y="304800"/>
            <a:ext cx="8229600" cy="6096000"/>
          </a:xfrm>
        </p:spPr>
        <p:txBody>
          <a:bodyPr anchor="t" anchorCtr="0">
            <a:noAutofit/>
          </a:bodyPr>
          <a:lstStyle/>
          <a:p>
            <a:r>
              <a:rPr lang="en-US" sz="4000" dirty="0">
                <a:effectLst>
                  <a:outerShdw blurRad="50800" dist="38100" dir="2700000" algn="tl" rotWithShape="0">
                    <a:schemeClr val="bg1">
                      <a:alpha val="40000"/>
                    </a:schemeClr>
                  </a:outerShdw>
                </a:effectLst>
                <a:latin typeface="Franklin Gothic Medium" panose="020B0603020102020204" pitchFamily="34" charset="0"/>
              </a:rPr>
              <a:t>Teach us, Lord, full obedience, holy reverence, true humility.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Test our thoughts and our attitudes in the radiance of Your purity.</a:t>
            </a:r>
            <a:br>
              <a:rPr lang="en-US" sz="4000" dirty="0">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Cause our faith to rise, cause our eyes to see Your majestic love and authority.</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r>
              <a:rPr lang="en-US" sz="4000" dirty="0">
                <a:effectLst>
                  <a:outerShdw blurRad="50800" dist="38100" dir="2700000" algn="tl" rotWithShape="0">
                    <a:schemeClr val="bg1">
                      <a:alpha val="40000"/>
                    </a:schemeClr>
                  </a:outerShdw>
                </a:effectLst>
                <a:latin typeface="Franklin Gothic Medium" panose="020B0603020102020204" pitchFamily="34" charset="0"/>
              </a:rPr>
              <a:t>Words of </a:t>
            </a:r>
            <a:r>
              <a:rPr lang="en-US" sz="4000" dirty="0" err="1">
                <a:effectLst>
                  <a:outerShdw blurRad="50800" dist="38100" dir="2700000" algn="tl" rotWithShape="0">
                    <a:schemeClr val="bg1">
                      <a:alpha val="40000"/>
                    </a:schemeClr>
                  </a:outerShdw>
                </a:effectLst>
                <a:latin typeface="Franklin Gothic Medium" panose="020B0603020102020204" pitchFamily="34" charset="0"/>
              </a:rPr>
              <a:t>pow’r</a:t>
            </a:r>
            <a:r>
              <a:rPr lang="en-US" sz="4000" dirty="0">
                <a:effectLst>
                  <a:outerShdw blurRad="50800" dist="38100" dir="2700000" algn="tl" rotWithShape="0">
                    <a:schemeClr val="bg1">
                      <a:alpha val="40000"/>
                    </a:schemeClr>
                  </a:outerShdw>
                </a:effectLst>
                <a:latin typeface="Franklin Gothic Medium" panose="020B0603020102020204" pitchFamily="34" charset="0"/>
              </a:rPr>
              <a:t> that can never fail; let their truth prevail over unbelief.</a:t>
            </a:r>
            <a:br>
              <a:rPr lang="en-US" sz="4000" dirty="0">
                <a:effectLst>
                  <a:outerShdw blurRad="50800" dist="38100" dir="2700000" algn="tl" rotWithShape="0">
                    <a:schemeClr val="bg1">
                      <a:alpha val="40000"/>
                    </a:schemeClr>
                  </a:outerShdw>
                </a:effectLst>
                <a:latin typeface="Franklin Gothic Medium" panose="020B0603020102020204" pitchFamily="34" charset="0"/>
              </a:rPr>
            </a:br>
            <a:endParaRPr lang="en-US" sz="4000" b="1" dirty="0">
              <a:latin typeface="Franklin Gothic Medium" panose="020B0603020102020204" pitchFamily="34" charset="0"/>
            </a:endParaRPr>
          </a:p>
        </p:txBody>
      </p:sp>
    </p:spTree>
    <p:extLst>
      <p:ext uri="{BB962C8B-B14F-4D97-AF65-F5344CB8AC3E}">
        <p14:creationId xmlns:p14="http://schemas.microsoft.com/office/powerpoint/2010/main" val="359226448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7258-F3B8-1DC8-E18E-7975F298E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2C295-4508-3FD8-EC4D-5C2AFCA72125}"/>
              </a:ext>
            </a:extLst>
          </p:cNvPr>
          <p:cNvSpPr>
            <a:spLocks noGrp="1"/>
          </p:cNvSpPr>
          <p:nvPr>
            <p:ph type="ctrTitle"/>
          </p:nvPr>
        </p:nvSpPr>
        <p:spPr>
          <a:xfrm>
            <a:off x="457200" y="304800"/>
            <a:ext cx="8229600" cy="6096000"/>
          </a:xfrm>
        </p:spPr>
        <p:txBody>
          <a:bodyPr anchor="t" anchorCtr="0">
            <a:noAutofit/>
          </a:bodyPr>
          <a:lstStyle/>
          <a:p>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and renew our minds; Help us grasp the heights of Your plans for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Truths unchanged from the dawn of time, that will echo down through eternity.</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And by grace we’ll stand on Your promises; And by faith we’ll walk as You walk with us.</a:t>
            </a:r>
            <a:br>
              <a:rPr lang="en-US" sz="3800" dirty="0">
                <a:effectLst>
                  <a:outerShdw blurRad="50800" dist="38100" dir="2700000" algn="tl" rotWithShape="0">
                    <a:schemeClr val="bg1">
                      <a:alpha val="40000"/>
                    </a:schemeClr>
                  </a:outerShdw>
                </a:effectLst>
                <a:latin typeface="Franklin Gothic Medium" panose="020B0603020102020204" pitchFamily="34" charset="0"/>
              </a:rPr>
            </a:br>
            <a:r>
              <a:rPr lang="en-US" sz="3800" dirty="0">
                <a:effectLst>
                  <a:outerShdw blurRad="50800" dist="38100" dir="2700000" algn="tl" rotWithShape="0">
                    <a:schemeClr val="bg1">
                      <a:alpha val="40000"/>
                    </a:schemeClr>
                  </a:outerShdw>
                </a:effectLst>
                <a:latin typeface="Franklin Gothic Medium" panose="020B0603020102020204" pitchFamily="34" charset="0"/>
              </a:rPr>
              <a:t>Speak, O Lord, till Your church is built and the earth is filled with Your glory.</a:t>
            </a:r>
            <a:endParaRPr lang="en-US" sz="3800" b="1" dirty="0">
              <a:latin typeface="Franklin Gothic Medium" panose="020B0603020102020204" pitchFamily="34" charset="0"/>
            </a:endParaRPr>
          </a:p>
        </p:txBody>
      </p:sp>
    </p:spTree>
    <p:extLst>
      <p:ext uri="{BB962C8B-B14F-4D97-AF65-F5344CB8AC3E}">
        <p14:creationId xmlns:p14="http://schemas.microsoft.com/office/powerpoint/2010/main" val="338763658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4C5F1-996B-F6DC-27C2-43FF0FB64D70}"/>
            </a:ext>
          </a:extLst>
        </p:cNvPr>
        <p:cNvGrpSpPr/>
        <p:nvPr/>
      </p:nvGrpSpPr>
      <p:grpSpPr>
        <a:xfrm>
          <a:off x="0" y="0"/>
          <a:ext cx="0" cy="0"/>
          <a:chOff x="0" y="0"/>
          <a:chExt cx="0" cy="0"/>
        </a:xfrm>
      </p:grpSpPr>
    </p:spTree>
    <p:extLst>
      <p:ext uri="{BB962C8B-B14F-4D97-AF65-F5344CB8AC3E}">
        <p14:creationId xmlns:p14="http://schemas.microsoft.com/office/powerpoint/2010/main" val="32499544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fontScale="90000"/>
          </a:bodyPr>
          <a:lstStyle/>
          <a:p>
            <a:br>
              <a:rPr lang="en-US" sz="3200" dirty="0">
                <a:solidFill>
                  <a:schemeClr val="bg1"/>
                </a:solidFill>
              </a:rPr>
            </a:br>
            <a:br>
              <a:rPr lang="en-US" sz="3200" dirty="0">
                <a:solidFill>
                  <a:schemeClr val="bg1"/>
                </a:solidFill>
              </a:rPr>
            </a:br>
            <a:r>
              <a:rPr lang="en-US" b="1" u="sng" dirty="0">
                <a:latin typeface="Franklin Gothic Medium" panose="020B0603020102020204" pitchFamily="34" charset="0"/>
              </a:rPr>
              <a:t>Sermon</a:t>
            </a:r>
            <a:br>
              <a:rPr lang="en-US" sz="3600" b="1" u="sng" dirty="0">
                <a:latin typeface="Franklin Gothic Medium" panose="020B0603020102020204" pitchFamily="34" charset="0"/>
              </a:rPr>
            </a:br>
            <a:br>
              <a:rPr lang="en-US" sz="3600" b="1" u="sng" dirty="0">
                <a:latin typeface="Franklin Gothic Medium" panose="020B0603020102020204" pitchFamily="34" charset="0"/>
              </a:rPr>
            </a:br>
            <a:r>
              <a:rPr lang="en-US" sz="4400" b="1" dirty="0">
                <a:latin typeface="Franklin Gothic Medium" panose="020B0603020102020204" pitchFamily="34" charset="0"/>
              </a:rPr>
              <a:t>Romans 10:5-17</a:t>
            </a:r>
            <a:br>
              <a:rPr lang="en-US" sz="4900" b="1" u="sng" dirty="0">
                <a:latin typeface="Franklin Gothic Medium" panose="020B0603020102020204" pitchFamily="34" charset="0"/>
              </a:rPr>
            </a:br>
            <a:br>
              <a:rPr lang="en-US" b="1" dirty="0"/>
            </a:br>
            <a:br>
              <a:rPr lang="en-US" sz="3200" dirty="0"/>
            </a:br>
            <a:br>
              <a:rPr lang="en-US" sz="3200" u="sng" dirty="0"/>
            </a:br>
            <a:br>
              <a:rPr lang="en-US" sz="4000" b="1" u="sng" dirty="0">
                <a:latin typeface="Franklin Gothic Medium" pitchFamily="34" charset="0"/>
              </a:rPr>
            </a:br>
            <a:br>
              <a:rPr lang="en-US" sz="4000" b="1" u="sng" dirty="0">
                <a:latin typeface="Franklin Gothic Medium" pitchFamily="34" charset="0"/>
              </a:rPr>
            </a:br>
            <a:br>
              <a:rPr lang="en-US" sz="4000" b="1" u="sng" dirty="0">
                <a:solidFill>
                  <a:schemeClr val="bg1"/>
                </a:solidFill>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125480078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826615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8229600" cy="6019800"/>
          </a:xfrm>
        </p:spPr>
        <p:txBody>
          <a:bodyPr anchor="t" anchorCtr="0">
            <a:normAutofit/>
          </a:bodyPr>
          <a:lstStyle/>
          <a:p>
            <a:br>
              <a:rPr lang="en-US" sz="3200" u="sng" dirty="0"/>
            </a:br>
            <a:r>
              <a:rPr lang="en-US" sz="4000" b="1" u="sng" dirty="0">
                <a:latin typeface="Franklin Gothic Medium" pitchFamily="34" charset="0"/>
              </a:rPr>
              <a:t>Hymn</a:t>
            </a:r>
            <a:br>
              <a:rPr lang="en-US" sz="4000" b="1" u="sng" dirty="0">
                <a:latin typeface="Franklin Gothic Medium" pitchFamily="34" charset="0"/>
              </a:rPr>
            </a:br>
            <a:br>
              <a:rPr lang="en-US" sz="4000" b="1" u="sng" dirty="0">
                <a:latin typeface="Franklin Gothic Medium" pitchFamily="34" charset="0"/>
              </a:rPr>
            </a:br>
            <a:r>
              <a:rPr lang="en-US" sz="4000" b="1" dirty="0">
                <a:latin typeface="Franklin Gothic Medium" pitchFamily="34" charset="0"/>
              </a:rPr>
              <a:t>#154</a:t>
            </a:r>
            <a:br>
              <a:rPr lang="en-US" sz="4000" b="1" dirty="0">
                <a:latin typeface="Franklin Gothic Medium" pitchFamily="34" charset="0"/>
              </a:rPr>
            </a:br>
            <a:r>
              <a:rPr lang="en-US" sz="4000" b="1" dirty="0">
                <a:latin typeface="Franklin Gothic Medium" pitchFamily="34" charset="0"/>
              </a:rPr>
              <a:t>Jesus Shall Reign</a:t>
            </a:r>
            <a:br>
              <a:rPr lang="en-US" sz="4000" b="1" u="sng" dirty="0">
                <a:latin typeface="Franklin Gothic Medium" pitchFamily="34" charset="0"/>
              </a:rPr>
            </a:br>
            <a:br>
              <a:rPr lang="en-US" sz="4000" b="1" dirty="0">
                <a:solidFill>
                  <a:schemeClr val="bg1"/>
                </a:solidFill>
                <a:latin typeface="Franklin Gothic Medium" pitchFamily="34" charset="0"/>
              </a:rPr>
            </a:br>
            <a:endParaRPr lang="en-US" sz="4000" b="1" dirty="0">
              <a:solidFill>
                <a:schemeClr val="bg1"/>
              </a:solidFill>
              <a:latin typeface="Franklin Gothic Medium" pitchFamily="34" charset="0"/>
            </a:endParaRPr>
          </a:p>
        </p:txBody>
      </p:sp>
    </p:spTree>
    <p:extLst>
      <p:ext uri="{BB962C8B-B14F-4D97-AF65-F5344CB8AC3E}">
        <p14:creationId xmlns:p14="http://schemas.microsoft.com/office/powerpoint/2010/main" val="269491946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37A8-0659-BBFE-77F5-B7DF53BBD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F5DC6-D311-EF5F-D1FE-D1EFC6D876E9}"/>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1 Jesus shall reign </a:t>
            </a:r>
            <a:r>
              <a:rPr lang="en-US" sz="4000" dirty="0" err="1">
                <a:latin typeface="Franklin Gothic Medium" panose="020B0603020102020204" pitchFamily="34" charset="0"/>
              </a:rPr>
              <a:t>where’er</a:t>
            </a:r>
            <a:r>
              <a:rPr lang="en-US" sz="4000" dirty="0">
                <a:latin typeface="Franklin Gothic Medium" panose="020B0603020102020204" pitchFamily="34" charset="0"/>
              </a:rPr>
              <a:t> the sun </a:t>
            </a:r>
            <a:br>
              <a:rPr lang="en-US" sz="4000" dirty="0">
                <a:latin typeface="Franklin Gothic Medium" panose="020B0603020102020204" pitchFamily="34" charset="0"/>
              </a:rPr>
            </a:br>
            <a:r>
              <a:rPr lang="en-US" sz="4000" dirty="0">
                <a:latin typeface="Franklin Gothic Medium" panose="020B0603020102020204" pitchFamily="34" charset="0"/>
              </a:rPr>
              <a:t>Does his successive journeys run; </a:t>
            </a:r>
            <a:br>
              <a:rPr lang="en-US" sz="4000" dirty="0">
                <a:latin typeface="Franklin Gothic Medium" panose="020B0603020102020204" pitchFamily="34" charset="0"/>
              </a:rPr>
            </a:br>
            <a:r>
              <a:rPr lang="en-US" sz="4000" dirty="0">
                <a:latin typeface="Franklin Gothic Medium" panose="020B0603020102020204" pitchFamily="34" charset="0"/>
              </a:rPr>
              <a:t>His kingdom spread from shore to shore, </a:t>
            </a:r>
            <a:br>
              <a:rPr lang="en-US" sz="4000" dirty="0">
                <a:latin typeface="Franklin Gothic Medium" panose="020B0603020102020204" pitchFamily="34" charset="0"/>
              </a:rPr>
            </a:br>
            <a:r>
              <a:rPr lang="en-US" sz="4000" dirty="0">
                <a:latin typeface="Franklin Gothic Medium" panose="020B0603020102020204" pitchFamily="34" charset="0"/>
              </a:rPr>
              <a:t>Till moons shall wax and wane no more.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41175810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9AC4-64AF-B548-5EDF-DBD6FBB8C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6A30E-F3A2-34F8-E3DD-3C6E190F9D48}"/>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2 To Him shall endless prayer be made, </a:t>
            </a:r>
            <a:br>
              <a:rPr lang="en-US" sz="4000" dirty="0">
                <a:latin typeface="Franklin Gothic Medium" panose="020B0603020102020204" pitchFamily="34" charset="0"/>
              </a:rPr>
            </a:br>
            <a:r>
              <a:rPr lang="en-US" sz="4000" dirty="0">
                <a:latin typeface="Franklin Gothic Medium" panose="020B0603020102020204" pitchFamily="34" charset="0"/>
              </a:rPr>
              <a:t>And endless praises crown His head; </a:t>
            </a:r>
            <a:br>
              <a:rPr lang="en-US" sz="4000" dirty="0">
                <a:latin typeface="Franklin Gothic Medium" panose="020B0603020102020204" pitchFamily="34" charset="0"/>
              </a:rPr>
            </a:br>
            <a:r>
              <a:rPr lang="en-US" sz="4000" dirty="0">
                <a:latin typeface="Franklin Gothic Medium" panose="020B0603020102020204" pitchFamily="34" charset="0"/>
              </a:rPr>
              <a:t>His name, like sweet perfume, shall rise </a:t>
            </a:r>
            <a:br>
              <a:rPr lang="en-US" sz="4000" dirty="0">
                <a:latin typeface="Franklin Gothic Medium" panose="020B0603020102020204" pitchFamily="34" charset="0"/>
              </a:rPr>
            </a:br>
            <a:r>
              <a:rPr lang="en-US" sz="4000" dirty="0">
                <a:latin typeface="Franklin Gothic Medium" panose="020B0603020102020204" pitchFamily="34" charset="0"/>
              </a:rPr>
              <a:t>With </a:t>
            </a:r>
            <a:r>
              <a:rPr lang="en-US" sz="4000" dirty="0" err="1">
                <a:latin typeface="Franklin Gothic Medium" panose="020B0603020102020204" pitchFamily="34" charset="0"/>
              </a:rPr>
              <a:t>ev’ry</a:t>
            </a:r>
            <a:r>
              <a:rPr lang="en-US" sz="4000" dirty="0">
                <a:latin typeface="Franklin Gothic Medium" panose="020B0603020102020204" pitchFamily="34" charset="0"/>
              </a:rPr>
              <a:t> morning sacrifice.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784227556"/>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6165-C4C1-AE35-CCD3-8FA80142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A541A-CDE7-EE82-13F0-B9CC5836612D}"/>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3 People and realms of </a:t>
            </a:r>
            <a:r>
              <a:rPr lang="en-US" sz="4000" dirty="0" err="1">
                <a:latin typeface="Franklin Gothic Medium" panose="020B0603020102020204" pitchFamily="34" charset="0"/>
              </a:rPr>
              <a:t>ev’ry</a:t>
            </a:r>
            <a:r>
              <a:rPr lang="en-US" sz="4000" dirty="0">
                <a:latin typeface="Franklin Gothic Medium" panose="020B0603020102020204" pitchFamily="34" charset="0"/>
              </a:rPr>
              <a:t> tongue </a:t>
            </a:r>
            <a:br>
              <a:rPr lang="en-US" sz="4000" dirty="0">
                <a:latin typeface="Franklin Gothic Medium" panose="020B0603020102020204" pitchFamily="34" charset="0"/>
              </a:rPr>
            </a:br>
            <a:r>
              <a:rPr lang="en-US" sz="4000" dirty="0">
                <a:latin typeface="Franklin Gothic Medium" panose="020B0603020102020204" pitchFamily="34" charset="0"/>
              </a:rPr>
              <a:t>Dwell on His love with sweetest song; </a:t>
            </a:r>
            <a:br>
              <a:rPr lang="en-US" sz="4000" dirty="0">
                <a:latin typeface="Franklin Gothic Medium" panose="020B0603020102020204" pitchFamily="34" charset="0"/>
              </a:rPr>
            </a:br>
            <a:r>
              <a:rPr lang="en-US" sz="4000" dirty="0">
                <a:latin typeface="Franklin Gothic Medium" panose="020B0603020102020204" pitchFamily="34" charset="0"/>
              </a:rPr>
              <a:t>And infant voices shall proclaim </a:t>
            </a:r>
            <a:br>
              <a:rPr lang="en-US" sz="4000" dirty="0">
                <a:latin typeface="Franklin Gothic Medium" panose="020B0603020102020204" pitchFamily="34" charset="0"/>
              </a:rPr>
            </a:br>
            <a:r>
              <a:rPr lang="en-US" sz="4000" dirty="0">
                <a:latin typeface="Franklin Gothic Medium" panose="020B0603020102020204" pitchFamily="34" charset="0"/>
              </a:rPr>
              <a:t>Their early blessings on His name.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192442052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6BA-795A-D0B1-FAD4-144CCC7D9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CB3C-F919-07DE-BDDB-56414AC2607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4 Blessings abound </a:t>
            </a:r>
            <a:r>
              <a:rPr lang="en-US" sz="4000" dirty="0" err="1">
                <a:latin typeface="Franklin Gothic Medium" panose="020B0603020102020204" pitchFamily="34" charset="0"/>
              </a:rPr>
              <a:t>where’er</a:t>
            </a:r>
            <a:r>
              <a:rPr lang="en-US" sz="4000" dirty="0">
                <a:latin typeface="Franklin Gothic Medium" panose="020B0603020102020204" pitchFamily="34" charset="0"/>
              </a:rPr>
              <a:t> He reigns; </a:t>
            </a:r>
            <a:br>
              <a:rPr lang="en-US" sz="4000" dirty="0">
                <a:latin typeface="Franklin Gothic Medium" panose="020B0603020102020204" pitchFamily="34" charset="0"/>
              </a:rPr>
            </a:br>
            <a:r>
              <a:rPr lang="en-US" sz="4000" dirty="0">
                <a:latin typeface="Franklin Gothic Medium" panose="020B0603020102020204" pitchFamily="34" charset="0"/>
              </a:rPr>
              <a:t>The captive leaps to burst his chains, </a:t>
            </a:r>
            <a:br>
              <a:rPr lang="en-US" sz="4000" dirty="0">
                <a:latin typeface="Franklin Gothic Medium" panose="020B0603020102020204" pitchFamily="34" charset="0"/>
              </a:rPr>
            </a:br>
            <a:r>
              <a:rPr lang="en-US" sz="4000" dirty="0">
                <a:latin typeface="Franklin Gothic Medium" panose="020B0603020102020204" pitchFamily="34" charset="0"/>
              </a:rPr>
              <a:t>The weary find eternal rest, </a:t>
            </a:r>
            <a:br>
              <a:rPr lang="en-US" sz="4000" dirty="0">
                <a:latin typeface="Franklin Gothic Medium" panose="020B0603020102020204" pitchFamily="34" charset="0"/>
              </a:rPr>
            </a:br>
            <a:r>
              <a:rPr lang="en-US" sz="4000" dirty="0">
                <a:latin typeface="Franklin Gothic Medium" panose="020B0603020102020204" pitchFamily="34" charset="0"/>
              </a:rPr>
              <a:t>And all the sons of want are blest.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765103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D7794-11DD-F199-E1F1-8CB079677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6B65-52D0-AC37-E618-78BF26F7BEAF}"/>
              </a:ext>
            </a:extLst>
          </p:cNvPr>
          <p:cNvSpPr>
            <a:spLocks noGrp="1"/>
          </p:cNvSpPr>
          <p:nvPr>
            <p:ph type="ctrTitle"/>
          </p:nvPr>
        </p:nvSpPr>
        <p:spPr>
          <a:xfrm>
            <a:off x="457200" y="228600"/>
            <a:ext cx="8229600" cy="6172200"/>
          </a:xfrm>
        </p:spPr>
        <p:txBody>
          <a:bodyPr anchor="t" anchorCtr="0">
            <a:noAutofit/>
          </a:bodyPr>
          <a:lstStyle/>
          <a:p>
            <a:r>
              <a:rPr lang="en-US" sz="4000" dirty="0">
                <a:latin typeface="Franklin Gothic Medium" panose="020B0603020102020204" pitchFamily="34" charset="0"/>
              </a:rPr>
              <a:t>5 Let </a:t>
            </a:r>
            <a:r>
              <a:rPr lang="en-US" sz="4000" dirty="0" err="1">
                <a:latin typeface="Franklin Gothic Medium" panose="020B0603020102020204" pitchFamily="34" charset="0"/>
              </a:rPr>
              <a:t>ev’ry</a:t>
            </a:r>
            <a:r>
              <a:rPr lang="en-US" sz="4000" dirty="0">
                <a:latin typeface="Franklin Gothic Medium" panose="020B0603020102020204" pitchFamily="34" charset="0"/>
              </a:rPr>
              <a:t> creature rise and bring </a:t>
            </a:r>
            <a:br>
              <a:rPr lang="en-US" sz="4000" dirty="0">
                <a:latin typeface="Franklin Gothic Medium" panose="020B0603020102020204" pitchFamily="34" charset="0"/>
              </a:rPr>
            </a:br>
            <a:r>
              <a:rPr lang="en-US" sz="4000" dirty="0">
                <a:latin typeface="Franklin Gothic Medium" panose="020B0603020102020204" pitchFamily="34" charset="0"/>
              </a:rPr>
              <a:t>Peculiar honors to our King: </a:t>
            </a:r>
            <a:br>
              <a:rPr lang="en-US" sz="4000" dirty="0">
                <a:latin typeface="Franklin Gothic Medium" panose="020B0603020102020204" pitchFamily="34" charset="0"/>
              </a:rPr>
            </a:br>
            <a:r>
              <a:rPr lang="en-US" sz="4000" dirty="0">
                <a:latin typeface="Franklin Gothic Medium" panose="020B0603020102020204" pitchFamily="34" charset="0"/>
              </a:rPr>
              <a:t>Angels descend with songs again, </a:t>
            </a:r>
            <a:br>
              <a:rPr lang="en-US" sz="4000" dirty="0">
                <a:latin typeface="Franklin Gothic Medium" panose="020B0603020102020204" pitchFamily="34" charset="0"/>
              </a:rPr>
            </a:br>
            <a:r>
              <a:rPr lang="en-US" sz="4000" dirty="0">
                <a:latin typeface="Franklin Gothic Medium" panose="020B0603020102020204" pitchFamily="34" charset="0"/>
              </a:rPr>
              <a:t>And earth repeat the loud Amen. </a:t>
            </a:r>
            <a:br>
              <a:rPr lang="en-US" sz="4000" dirty="0">
                <a:latin typeface="Franklin Gothic Medium" panose="020B0603020102020204" pitchFamily="34" charset="0"/>
              </a:rPr>
            </a:br>
            <a:endParaRPr lang="en-US" sz="4000" b="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6867213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7147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r>
              <a:rPr lang="en-US" sz="4200" dirty="0">
                <a:latin typeface="Franklin Gothic Medium" panose="020B0603020102020204" pitchFamily="34" charset="0"/>
              </a:rPr>
              <a:t>Praise God from Whom</a:t>
            </a:r>
            <a:br>
              <a:rPr lang="en-US" sz="4200" dirty="0">
                <a:latin typeface="Franklin Gothic Medium" panose="020B0603020102020204" pitchFamily="34" charset="0"/>
              </a:rPr>
            </a:br>
            <a:r>
              <a:rPr lang="en-US" sz="4200" dirty="0">
                <a:latin typeface="Franklin Gothic Medium" panose="020B0603020102020204" pitchFamily="34" charset="0"/>
              </a:rPr>
              <a:t>all blessings flow</a:t>
            </a:r>
            <a:br>
              <a:rPr lang="en-US" sz="4200" dirty="0">
                <a:latin typeface="Franklin Gothic Medium" panose="020B0603020102020204" pitchFamily="34" charset="0"/>
              </a:rPr>
            </a:br>
            <a:r>
              <a:rPr lang="en-US" sz="4200" dirty="0">
                <a:latin typeface="Franklin Gothic Medium" panose="020B0603020102020204" pitchFamily="34" charset="0"/>
              </a:rPr>
              <a:t>Praise Him, all creatures here below</a:t>
            </a:r>
            <a:br>
              <a:rPr lang="en-US" sz="4200" dirty="0">
                <a:latin typeface="Franklin Gothic Medium" panose="020B0603020102020204" pitchFamily="34" charset="0"/>
              </a:rPr>
            </a:br>
            <a:r>
              <a:rPr lang="en-US" sz="4200" dirty="0">
                <a:latin typeface="Franklin Gothic Medium" panose="020B0603020102020204" pitchFamily="34" charset="0"/>
              </a:rPr>
              <a:t>Praise Him above, ye heavenly hosts</a:t>
            </a:r>
            <a:br>
              <a:rPr lang="en-US" sz="4200" dirty="0">
                <a:latin typeface="Franklin Gothic Medium" panose="020B0603020102020204" pitchFamily="34" charset="0"/>
              </a:rPr>
            </a:br>
            <a:r>
              <a:rPr lang="en-US" sz="4200" dirty="0">
                <a:latin typeface="Franklin Gothic Medium" panose="020B0603020102020204" pitchFamily="34" charset="0"/>
              </a:rPr>
              <a:t>Praise Father, Son, and Holy Ghost.</a:t>
            </a:r>
            <a:br>
              <a:rPr lang="en-US" sz="4200" dirty="0">
                <a:latin typeface="Franklin Gothic Medium" panose="020B0603020102020204" pitchFamily="34" charset="0"/>
              </a:rPr>
            </a:br>
            <a:r>
              <a:rPr lang="en-US" sz="4200" dirty="0">
                <a:latin typeface="Franklin Gothic Medium" panose="020B0603020102020204" pitchFamily="34" charset="0"/>
              </a:rPr>
              <a:t>Amen.</a:t>
            </a:r>
            <a:endParaRPr lang="en-US" sz="4200" i="1" dirty="0">
              <a:latin typeface="Franklin Gothic Medium" panose="020B0603020102020204" pitchFamily="34" charset="0"/>
            </a:endParaRPr>
          </a:p>
        </p:txBody>
      </p:sp>
    </p:spTree>
    <p:extLst>
      <p:ext uri="{BB962C8B-B14F-4D97-AF65-F5344CB8AC3E}">
        <p14:creationId xmlns:p14="http://schemas.microsoft.com/office/powerpoint/2010/main" val="156006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81000"/>
            <a:ext cx="9144000" cy="6019800"/>
          </a:xfrm>
        </p:spPr>
        <p:txBody>
          <a:bodyPr anchor="t" anchorCtr="0">
            <a:normAutofit/>
          </a:bodyPr>
          <a:lstStyle/>
          <a:p>
            <a:br>
              <a:rPr lang="en-US" sz="3200" u="sng" dirty="0">
                <a:solidFill>
                  <a:schemeClr val="tx1"/>
                </a:solidFill>
              </a:rPr>
            </a:br>
            <a:br>
              <a:rPr lang="en-US" sz="3200" u="sng" dirty="0">
                <a:solidFill>
                  <a:schemeClr val="tx1"/>
                </a:solidFill>
              </a:rPr>
            </a:br>
            <a:endParaRPr lang="en-US" sz="4200" i="1" dirty="0">
              <a:solidFill>
                <a:schemeClr val="bg1"/>
              </a:solidFill>
              <a:latin typeface="Franklin Gothic Medium" panose="020B0603020102020204" pitchFamily="34" charset="0"/>
            </a:endParaRPr>
          </a:p>
        </p:txBody>
      </p:sp>
    </p:spTree>
    <p:extLst>
      <p:ext uri="{BB962C8B-B14F-4D97-AF65-F5344CB8AC3E}">
        <p14:creationId xmlns:p14="http://schemas.microsoft.com/office/powerpoint/2010/main" val="312258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28967</TotalTime>
  <Words>1883</Words>
  <Application>Microsoft Office PowerPoint</Application>
  <PresentationFormat>On-screen Show (4:3)</PresentationFormat>
  <Paragraphs>70</Paragraphs>
  <Slides>55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Franklin Gothic Medium</vt:lpstr>
      <vt:lpstr>Times New Roman</vt:lpstr>
      <vt:lpstr>Office Theme</vt:lpstr>
      <vt:lpstr>PowerPoint Presentation</vt:lpstr>
      <vt:lpstr>PowerPoint Presentation</vt:lpstr>
      <vt:lpstr>PowerPoint Presentation</vt:lpstr>
      <vt:lpstr>PowerPoint Presentation</vt:lpstr>
      <vt:lpstr>   </vt:lpstr>
      <vt:lpstr> Hymn  #143 Christ Is Made The Sure Foundation      </vt:lpstr>
      <vt:lpstr>1 Christ is made the sure foundation,  Christ the head and cornerstone,  Chosen of the Lord, and precious,  Binding all the Church in one;  Holy Zion’s help forever,  And her confidence alone.  </vt:lpstr>
      <vt:lpstr>2 All that dedicated city,  Dearly loved of God on high,  In exultant jubilation  Pours perpetual melody;  God the One in Three adoring  In glad hymns eternally.  </vt:lpstr>
      <vt:lpstr>3 To this temple, where we call Thee,  Come, O Lord of hosts, today:  With Thy wonted lovingkindness,  Hear Thy people as they pray;  And thy fullest benediction  Shed within its walls alway.    </vt:lpstr>
      <vt:lpstr>4 Here vouchsafe to all Thy servants  What they ask of Thee to gain,  What they gain from Thee forever  With the blessed to retain,  And hereafter in Thy glory  Evermore with Thee to reign.   </vt:lpstr>
      <vt:lpstr>PowerPoint Presentation</vt:lpstr>
      <vt:lpstr>    The Confession of Sin  (Ambassador Hymnal, page 2)  When our Lord and Master Jesus Christ said “Repent!” He willed the entire life of believers to be one of repentance. </vt:lpstr>
      <vt:lpstr>Confession of Sin</vt:lpstr>
      <vt:lpstr>Confession of Sin</vt:lpstr>
      <vt:lpstr>Kyrie</vt:lpstr>
      <vt:lpstr>  Prayer of Forgiveness </vt:lpstr>
      <vt:lpstr>  Memory Verse  Haggai 1:5 </vt:lpstr>
      <vt:lpstr>Memory Verse: Haggai 1:5</vt:lpstr>
      <vt:lpstr>PowerPoint Presentation</vt:lpstr>
      <vt:lpstr>PowerPoint Presentation</vt:lpstr>
      <vt:lpstr>Old Testament Lesson: Job 38:4-18 </vt:lpstr>
      <vt:lpstr>Old Testament Lesson: Job 38:4-18 </vt:lpstr>
      <vt:lpstr>Old Testament Lesson: Job 38:4-18 </vt:lpstr>
      <vt:lpstr>Old Testament Lesson: Job 38:4-18 </vt:lpstr>
      <vt:lpstr>PowerPoint Presentation</vt:lpstr>
      <vt:lpstr>  Gospel Lesson:   Matthew 14:22-33 </vt:lpstr>
      <vt:lpstr>Gospel Lesson: Matthew 14:22-33</vt:lpstr>
      <vt:lpstr>Gospel Lesson: Matthew 14:22-33</vt:lpstr>
      <vt:lpstr>Gospel Lesson: Matthew 14:22-33</vt:lpstr>
      <vt:lpstr>Gospel Lesson: Matthew 14:22-33</vt:lpstr>
      <vt:lpstr>PowerPoint Presentation</vt:lpstr>
      <vt:lpstr>    God be praised for  His glad tidings!  </vt:lpstr>
      <vt:lpstr>Confession of Faith: Apostles’ Creed </vt:lpstr>
      <vt:lpstr>Confession of Faith: Apostles’ Creed </vt:lpstr>
      <vt:lpstr>Confession of Faith: Apostles’ Creed </vt:lpstr>
      <vt:lpstr>   </vt:lpstr>
      <vt:lpstr>  Glory be to the Father, And to the Son, And to the Holy Ghost! As it was in the beginning is now and ever shall be, world without end. Amen. Amen. </vt:lpstr>
      <vt:lpstr>    Special Music and Offering  </vt:lpstr>
      <vt:lpstr>PowerPoint Presentation</vt:lpstr>
      <vt:lpstr> Hymn  Speak, O Lord BB</vt:lpstr>
      <vt:lpstr>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 </vt:lpstr>
      <vt:lpstr>Teach us, Lord, full obedience, holy reverence, true humility. Test our thoughts and our attitudes in the radiance of Your purity. Cause our faith to rise, cause our eyes to see Your majestic love and authority. Words of pow’r that can never fail; let their truth prevail over unbelief. </vt:lpstr>
      <vt:lpstr>Speak, O Lord, and renew our minds; Help us grasp the heights of Your plans for us. Truths unchanged from the dawn of time, that will echo down through eternity. And by grace we’ll stand on Your promises; And by faith we’ll walk as You walk with us. Speak, O Lord, till Your church is built and the earth is filled with Your glory.</vt:lpstr>
      <vt:lpstr>PowerPoint Presentation</vt:lpstr>
      <vt:lpstr>  Sermon  Romans 10:5-17        </vt:lpstr>
      <vt:lpstr>PowerPoint Presentation</vt:lpstr>
      <vt:lpstr> Hymn  #154 Jesus Shall Reign  </vt:lpstr>
      <vt:lpstr>1 Jesus shall reign where’er the sun  Does his successive journeys run;  His kingdom spread from shore to shore,  Till moons shall wax and wane no more.  </vt:lpstr>
      <vt:lpstr>2 To Him shall endless prayer be made,  And endless praises crown His head;  His name, like sweet perfume, shall rise  With ev’ry morning sacrifice.  </vt:lpstr>
      <vt:lpstr>3 People and realms of ev’ry tongue  Dwell on His love with sweetest song;  And infant voices shall proclaim  Their early blessings on His name.  </vt:lpstr>
      <vt:lpstr>4 Blessings abound where’er He reigns;  The captive leaps to burst his chains,  The weary find eternal rest,  And all the sons of want are blest.  </vt:lpstr>
      <vt:lpstr>5 Let ev’ry creature rise and bring  Peculiar honors to our King:  Angels descend with songs again,  And earth repeat the loud Amen.  </vt:lpstr>
      <vt:lpstr>PowerPoint Presentation</vt:lpstr>
      <vt:lpstr>  Praise God from Whom all blessings flow Praise Him, all creatures here below Praise Him above, ye heavenly hosts Praise Father, Son, and Holy Ghost. Amen.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of Service  Ambassador Hymnal page 2</dc:title>
  <dc:creator>Steve Mundfrom</dc:creator>
  <cp:lastModifiedBy>gracefreesound@outlook.com</cp:lastModifiedBy>
  <cp:revision>1608</cp:revision>
  <cp:lastPrinted>2015-07-24T16:27:08Z</cp:lastPrinted>
  <dcterms:created xsi:type="dcterms:W3CDTF">2012-01-05T17:42:48Z</dcterms:created>
  <dcterms:modified xsi:type="dcterms:W3CDTF">2026-08-18T20:10:00Z</dcterms:modified>
</cp:coreProperties>
</file>