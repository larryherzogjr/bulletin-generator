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</Slides>
	<Notes>1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</vt:i4></vt:variant>
		</vt:vector>
	</HeadingPairs>
	<TitlesOfParts>
		<vt:vector size="4" baseType="lpstr">
			<vt:lpstr>Arial</vt:lpstr>
			<vt:lpstr>Calibri</vt:lpstr>
			<vt:lpstr>Office Theme</vt:lpstr>
			<vt:lpstr>Slide 1</vt:lpstr>
		</vt:vector>
	</TitlesOfParts>
	<Company>Grace & Zion Lutheran Churches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Grace Worship</dc:title>
  <dc:subject>Grace worship presentation generator root</dc:subject>
  <dc:creator>Grace &amp; Zion Lutheran Churches</dc:creator>
  <cp:lastModifiedBy>Grace &amp; Zion Lutheran Churches</cp:lastModifiedBy>
  <cp:revision>1</cp:revision>
  <dcterms:created xsi:type="dcterms:W3CDTF">2026-08-18T21:26:43Z</dcterms:created>
  <dcterms:modified xsi:type="dcterms:W3CDTF">2026-08-18T21:26:43Z</dcterms:modified>
</cp:coreProperties>
</file>